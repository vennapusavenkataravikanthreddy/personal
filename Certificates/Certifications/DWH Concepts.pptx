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76" r:id="rId5"/>
    <p:sldId id="278" r:id="rId6"/>
    <p:sldId id="277" r:id="rId7"/>
    <p:sldId id="280" r:id="rId8"/>
    <p:sldId id="258" r:id="rId9"/>
    <p:sldId id="268" r:id="rId10"/>
    <p:sldId id="269" r:id="rId11"/>
    <p:sldId id="279" r:id="rId12"/>
    <p:sldId id="263" r:id="rId13"/>
    <p:sldId id="281" r:id="rId14"/>
    <p:sldId id="282" r:id="rId15"/>
    <p:sldId id="266" r:id="rId16"/>
    <p:sldId id="267" r:id="rId17"/>
    <p:sldId id="265" r:id="rId18"/>
    <p:sldId id="271" r:id="rId19"/>
    <p:sldId id="272" r:id="rId20"/>
    <p:sldId id="273" r:id="rId21"/>
    <p:sldId id="275" r:id="rId22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32AF46-CC44-4590-97BD-AECB22BEFBFD}" v="11" dt="2025-01-17T08:55:19.66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7E6"/>
          </a:solidFill>
        </a:fill>
      </a:tcStyle>
    </a:wholeTbl>
    <a:band2H>
      <a:tcTxStyle/>
      <a:tcStyle>
        <a:tcBdr/>
        <a:fill>
          <a:solidFill>
            <a:srgbClr val="E7ECF3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AE2CD"/>
          </a:solidFill>
        </a:fill>
      </a:tcStyle>
    </a:wholeTbl>
    <a:band2H>
      <a:tcTxStyle/>
      <a:tcStyle>
        <a:tcBdr/>
        <a:fill>
          <a:solidFill>
            <a:srgbClr val="ED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CCCCC"/>
          </a:solidFill>
        </a:fill>
      </a:tcStyle>
    </a:wholeTbl>
    <a:band2H>
      <a:tcTxStyle/>
      <a:tcStyle>
        <a:tcBdr/>
        <a:fill>
          <a:solidFill>
            <a:srgbClr val="EEE7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5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hale, Sonal" userId="ca12fdf9-4162-49fe-8225-73b5e4934569" providerId="ADAL" clId="{CA32AF46-CC44-4590-97BD-AECB22BEFBFD}"/>
    <pc:docChg chg="custSel addSld delSld modSld sldOrd">
      <pc:chgData name="Athale, Sonal" userId="ca12fdf9-4162-49fe-8225-73b5e4934569" providerId="ADAL" clId="{CA32AF46-CC44-4590-97BD-AECB22BEFBFD}" dt="2025-01-17T14:36:13.228" v="897" actId="120"/>
      <pc:docMkLst>
        <pc:docMk/>
      </pc:docMkLst>
      <pc:sldChg chg="modSp mod">
        <pc:chgData name="Athale, Sonal" userId="ca12fdf9-4162-49fe-8225-73b5e4934569" providerId="ADAL" clId="{CA32AF46-CC44-4590-97BD-AECB22BEFBFD}" dt="2025-01-17T14:15:45.699" v="863" actId="20577"/>
        <pc:sldMkLst>
          <pc:docMk/>
          <pc:sldMk cId="0" sldId="256"/>
        </pc:sldMkLst>
        <pc:spChg chg="mod">
          <ac:chgData name="Athale, Sonal" userId="ca12fdf9-4162-49fe-8225-73b5e4934569" providerId="ADAL" clId="{CA32AF46-CC44-4590-97BD-AECB22BEFBFD}" dt="2025-01-17T14:15:45.699" v="863" actId="20577"/>
          <ac:spMkLst>
            <pc:docMk/>
            <pc:sldMk cId="0" sldId="256"/>
            <ac:spMk id="52" creationId="{00000000-0000-0000-0000-000000000000}"/>
          </ac:spMkLst>
        </pc:spChg>
      </pc:sldChg>
      <pc:sldChg chg="modSp mod">
        <pc:chgData name="Athale, Sonal" userId="ca12fdf9-4162-49fe-8225-73b5e4934569" providerId="ADAL" clId="{CA32AF46-CC44-4590-97BD-AECB22BEFBFD}" dt="2025-01-17T14:23:13.481" v="896" actId="27636"/>
        <pc:sldMkLst>
          <pc:docMk/>
          <pc:sldMk cId="0" sldId="257"/>
        </pc:sldMkLst>
        <pc:spChg chg="mod">
          <ac:chgData name="Athale, Sonal" userId="ca12fdf9-4162-49fe-8225-73b5e4934569" providerId="ADAL" clId="{CA32AF46-CC44-4590-97BD-AECB22BEFBFD}" dt="2025-01-17T14:23:13.481" v="896" actId="27636"/>
          <ac:spMkLst>
            <pc:docMk/>
            <pc:sldMk cId="0" sldId="257"/>
            <ac:spMk id="55" creationId="{00000000-0000-0000-0000-000000000000}"/>
          </ac:spMkLst>
        </pc:spChg>
      </pc:sldChg>
      <pc:sldChg chg="modSp mod">
        <pc:chgData name="Athale, Sonal" userId="ca12fdf9-4162-49fe-8225-73b5e4934569" providerId="ADAL" clId="{CA32AF46-CC44-4590-97BD-AECB22BEFBFD}" dt="2025-01-16T15:15:24.914" v="82" actId="255"/>
        <pc:sldMkLst>
          <pc:docMk/>
          <pc:sldMk cId="0" sldId="259"/>
        </pc:sldMkLst>
        <pc:spChg chg="mod">
          <ac:chgData name="Athale, Sonal" userId="ca12fdf9-4162-49fe-8225-73b5e4934569" providerId="ADAL" clId="{CA32AF46-CC44-4590-97BD-AECB22BEFBFD}" dt="2025-01-16T15:15:24.914" v="82" actId="255"/>
          <ac:spMkLst>
            <pc:docMk/>
            <pc:sldMk cId="0" sldId="259"/>
            <ac:spMk id="63" creationId="{00000000-0000-0000-0000-000000000000}"/>
          </ac:spMkLst>
        </pc:spChg>
      </pc:sldChg>
      <pc:sldChg chg="del">
        <pc:chgData name="Athale, Sonal" userId="ca12fdf9-4162-49fe-8225-73b5e4934569" providerId="ADAL" clId="{CA32AF46-CC44-4590-97BD-AECB22BEFBFD}" dt="2025-01-16T15:41:21.600" v="153" actId="2696"/>
        <pc:sldMkLst>
          <pc:docMk/>
          <pc:sldMk cId="0" sldId="260"/>
        </pc:sldMkLst>
      </pc:sldChg>
      <pc:sldChg chg="del">
        <pc:chgData name="Athale, Sonal" userId="ca12fdf9-4162-49fe-8225-73b5e4934569" providerId="ADAL" clId="{CA32AF46-CC44-4590-97BD-AECB22BEFBFD}" dt="2025-01-16T15:41:26.834" v="154" actId="2696"/>
        <pc:sldMkLst>
          <pc:docMk/>
          <pc:sldMk cId="0" sldId="261"/>
        </pc:sldMkLst>
      </pc:sldChg>
      <pc:sldChg chg="del">
        <pc:chgData name="Athale, Sonal" userId="ca12fdf9-4162-49fe-8225-73b5e4934569" providerId="ADAL" clId="{CA32AF46-CC44-4590-97BD-AECB22BEFBFD}" dt="2025-01-16T15:42:30.557" v="157" actId="2696"/>
        <pc:sldMkLst>
          <pc:docMk/>
          <pc:sldMk cId="0" sldId="262"/>
        </pc:sldMkLst>
      </pc:sldChg>
      <pc:sldChg chg="delSp modSp mod">
        <pc:chgData name="Athale, Sonal" userId="ca12fdf9-4162-49fe-8225-73b5e4934569" providerId="ADAL" clId="{CA32AF46-CC44-4590-97BD-AECB22BEFBFD}" dt="2025-01-17T09:23:55.639" v="736" actId="20577"/>
        <pc:sldMkLst>
          <pc:docMk/>
          <pc:sldMk cId="0" sldId="263"/>
        </pc:sldMkLst>
        <pc:spChg chg="mod">
          <ac:chgData name="Athale, Sonal" userId="ca12fdf9-4162-49fe-8225-73b5e4934569" providerId="ADAL" clId="{CA32AF46-CC44-4590-97BD-AECB22BEFBFD}" dt="2025-01-16T15:57:00.349" v="320" actId="20577"/>
          <ac:spMkLst>
            <pc:docMk/>
            <pc:sldMk cId="0" sldId="263"/>
            <ac:spMk id="80" creationId="{00000000-0000-0000-0000-000000000000}"/>
          </ac:spMkLst>
        </pc:spChg>
        <pc:spChg chg="mod">
          <ac:chgData name="Athale, Sonal" userId="ca12fdf9-4162-49fe-8225-73b5e4934569" providerId="ADAL" clId="{CA32AF46-CC44-4590-97BD-AECB22BEFBFD}" dt="2025-01-17T09:23:55.639" v="736" actId="20577"/>
          <ac:spMkLst>
            <pc:docMk/>
            <pc:sldMk cId="0" sldId="263"/>
            <ac:spMk id="81" creationId="{00000000-0000-0000-0000-000000000000}"/>
          </ac:spMkLst>
        </pc:spChg>
        <pc:picChg chg="del">
          <ac:chgData name="Athale, Sonal" userId="ca12fdf9-4162-49fe-8225-73b5e4934569" providerId="ADAL" clId="{CA32AF46-CC44-4590-97BD-AECB22BEFBFD}" dt="2025-01-17T08:55:15.904" v="448" actId="21"/>
          <ac:picMkLst>
            <pc:docMk/>
            <pc:sldMk cId="0" sldId="263"/>
            <ac:picMk id="83" creationId="{00000000-0000-0000-0000-000000000000}"/>
          </ac:picMkLst>
        </pc:picChg>
      </pc:sldChg>
      <pc:sldChg chg="del">
        <pc:chgData name="Athale, Sonal" userId="ca12fdf9-4162-49fe-8225-73b5e4934569" providerId="ADAL" clId="{CA32AF46-CC44-4590-97BD-AECB22BEFBFD}" dt="2025-01-17T10:34:07.760" v="749" actId="2696"/>
        <pc:sldMkLst>
          <pc:docMk/>
          <pc:sldMk cId="0" sldId="264"/>
        </pc:sldMkLst>
      </pc:sldChg>
      <pc:sldChg chg="ord">
        <pc:chgData name="Athale, Sonal" userId="ca12fdf9-4162-49fe-8225-73b5e4934569" providerId="ADAL" clId="{CA32AF46-CC44-4590-97BD-AECB22BEFBFD}" dt="2025-01-17T10:35:30.232" v="751"/>
        <pc:sldMkLst>
          <pc:docMk/>
          <pc:sldMk cId="0" sldId="266"/>
        </pc:sldMkLst>
      </pc:sldChg>
      <pc:sldChg chg="modSp mod ord">
        <pc:chgData name="Athale, Sonal" userId="ca12fdf9-4162-49fe-8225-73b5e4934569" providerId="ADAL" clId="{CA32AF46-CC44-4590-97BD-AECB22BEFBFD}" dt="2025-01-17T14:03:21.392" v="831" actId="20577"/>
        <pc:sldMkLst>
          <pc:docMk/>
          <pc:sldMk cId="0" sldId="267"/>
        </pc:sldMkLst>
        <pc:spChg chg="mod">
          <ac:chgData name="Athale, Sonal" userId="ca12fdf9-4162-49fe-8225-73b5e4934569" providerId="ADAL" clId="{CA32AF46-CC44-4590-97BD-AECB22BEFBFD}" dt="2025-01-17T10:39:10.377" v="793" actId="20577"/>
          <ac:spMkLst>
            <pc:docMk/>
            <pc:sldMk cId="0" sldId="267"/>
            <ac:spMk id="97" creationId="{00000000-0000-0000-0000-000000000000}"/>
          </ac:spMkLst>
        </pc:spChg>
        <pc:spChg chg="mod">
          <ac:chgData name="Athale, Sonal" userId="ca12fdf9-4162-49fe-8225-73b5e4934569" providerId="ADAL" clId="{CA32AF46-CC44-4590-97BD-AECB22BEFBFD}" dt="2025-01-17T14:03:21.392" v="831" actId="20577"/>
          <ac:spMkLst>
            <pc:docMk/>
            <pc:sldMk cId="0" sldId="267"/>
            <ac:spMk id="98" creationId="{00000000-0000-0000-0000-000000000000}"/>
          </ac:spMkLst>
        </pc:spChg>
      </pc:sldChg>
      <pc:sldChg chg="modSp mod ord">
        <pc:chgData name="Athale, Sonal" userId="ca12fdf9-4162-49fe-8225-73b5e4934569" providerId="ADAL" clId="{CA32AF46-CC44-4590-97BD-AECB22BEFBFD}" dt="2025-01-16T15:22:24.804" v="122" actId="12"/>
        <pc:sldMkLst>
          <pc:docMk/>
          <pc:sldMk cId="0" sldId="268"/>
        </pc:sldMkLst>
        <pc:spChg chg="mod">
          <ac:chgData name="Athale, Sonal" userId="ca12fdf9-4162-49fe-8225-73b5e4934569" providerId="ADAL" clId="{CA32AF46-CC44-4590-97BD-AECB22BEFBFD}" dt="2025-01-16T15:22:24.804" v="122" actId="12"/>
          <ac:spMkLst>
            <pc:docMk/>
            <pc:sldMk cId="0" sldId="268"/>
            <ac:spMk id="102" creationId="{00000000-0000-0000-0000-000000000000}"/>
          </ac:spMkLst>
        </pc:spChg>
      </pc:sldChg>
      <pc:sldChg chg="modSp mod ord">
        <pc:chgData name="Athale, Sonal" userId="ca12fdf9-4162-49fe-8225-73b5e4934569" providerId="ADAL" clId="{CA32AF46-CC44-4590-97BD-AECB22BEFBFD}" dt="2025-01-16T15:23:21.690" v="129" actId="12"/>
        <pc:sldMkLst>
          <pc:docMk/>
          <pc:sldMk cId="0" sldId="269"/>
        </pc:sldMkLst>
        <pc:spChg chg="mod">
          <ac:chgData name="Athale, Sonal" userId="ca12fdf9-4162-49fe-8225-73b5e4934569" providerId="ADAL" clId="{CA32AF46-CC44-4590-97BD-AECB22BEFBFD}" dt="2025-01-16T15:23:21.690" v="129" actId="12"/>
          <ac:spMkLst>
            <pc:docMk/>
            <pc:sldMk cId="0" sldId="269"/>
            <ac:spMk id="106" creationId="{00000000-0000-0000-0000-000000000000}"/>
          </ac:spMkLst>
        </pc:spChg>
      </pc:sldChg>
      <pc:sldChg chg="del">
        <pc:chgData name="Athale, Sonal" userId="ca12fdf9-4162-49fe-8225-73b5e4934569" providerId="ADAL" clId="{CA32AF46-CC44-4590-97BD-AECB22BEFBFD}" dt="2025-01-17T10:36:12.441" v="754" actId="2696"/>
        <pc:sldMkLst>
          <pc:docMk/>
          <pc:sldMk cId="0" sldId="270"/>
        </pc:sldMkLst>
      </pc:sldChg>
      <pc:sldChg chg="del">
        <pc:chgData name="Athale, Sonal" userId="ca12fdf9-4162-49fe-8225-73b5e4934569" providerId="ADAL" clId="{CA32AF46-CC44-4590-97BD-AECB22BEFBFD}" dt="2025-01-17T10:40:15.096" v="822" actId="2696"/>
        <pc:sldMkLst>
          <pc:docMk/>
          <pc:sldMk cId="0" sldId="274"/>
        </pc:sldMkLst>
      </pc:sldChg>
      <pc:sldChg chg="modSp mod ord">
        <pc:chgData name="Athale, Sonal" userId="ca12fdf9-4162-49fe-8225-73b5e4934569" providerId="ADAL" clId="{CA32AF46-CC44-4590-97BD-AECB22BEFBFD}" dt="2025-01-16T15:42:07.278" v="156"/>
        <pc:sldMkLst>
          <pc:docMk/>
          <pc:sldMk cId="163906401" sldId="276"/>
        </pc:sldMkLst>
        <pc:spChg chg="mod">
          <ac:chgData name="Athale, Sonal" userId="ca12fdf9-4162-49fe-8225-73b5e4934569" providerId="ADAL" clId="{CA32AF46-CC44-4590-97BD-AECB22BEFBFD}" dt="2025-01-16T15:15:48.250" v="84" actId="255"/>
          <ac:spMkLst>
            <pc:docMk/>
            <pc:sldMk cId="163906401" sldId="276"/>
            <ac:spMk id="3" creationId="{5FA8F974-CAB1-D9C9-37E2-D17FDAD9CE1E}"/>
          </ac:spMkLst>
        </pc:spChg>
      </pc:sldChg>
      <pc:sldChg chg="modSp mod">
        <pc:chgData name="Athale, Sonal" userId="ca12fdf9-4162-49fe-8225-73b5e4934569" providerId="ADAL" clId="{CA32AF46-CC44-4590-97BD-AECB22BEFBFD}" dt="2025-01-16T15:21:26.129" v="119" actId="15"/>
        <pc:sldMkLst>
          <pc:docMk/>
          <pc:sldMk cId="3479473763" sldId="277"/>
        </pc:sldMkLst>
        <pc:spChg chg="mod">
          <ac:chgData name="Athale, Sonal" userId="ca12fdf9-4162-49fe-8225-73b5e4934569" providerId="ADAL" clId="{CA32AF46-CC44-4590-97BD-AECB22BEFBFD}" dt="2025-01-16T15:21:26.129" v="119" actId="15"/>
          <ac:spMkLst>
            <pc:docMk/>
            <pc:sldMk cId="3479473763" sldId="277"/>
            <ac:spMk id="3" creationId="{9D71679F-90AE-5614-B0F1-4D9D3F9EB0E0}"/>
          </ac:spMkLst>
        </pc:spChg>
      </pc:sldChg>
      <pc:sldChg chg="delSp mod">
        <pc:chgData name="Athale, Sonal" userId="ca12fdf9-4162-49fe-8225-73b5e4934569" providerId="ADAL" clId="{CA32AF46-CC44-4590-97BD-AECB22BEFBFD}" dt="2025-01-17T14:16:51.425" v="866" actId="478"/>
        <pc:sldMkLst>
          <pc:docMk/>
          <pc:sldMk cId="1104221218" sldId="278"/>
        </pc:sldMkLst>
        <pc:spChg chg="del">
          <ac:chgData name="Athale, Sonal" userId="ca12fdf9-4162-49fe-8225-73b5e4934569" providerId="ADAL" clId="{CA32AF46-CC44-4590-97BD-AECB22BEFBFD}" dt="2025-01-17T14:16:51.425" v="866" actId="478"/>
          <ac:spMkLst>
            <pc:docMk/>
            <pc:sldMk cId="1104221218" sldId="278"/>
            <ac:spMk id="3" creationId="{1E17041A-CD25-C2ED-C67E-A66C131A639C}"/>
          </ac:spMkLst>
        </pc:spChg>
      </pc:sldChg>
      <pc:sldChg chg="addSp delSp modSp mod">
        <pc:chgData name="Athale, Sonal" userId="ca12fdf9-4162-49fe-8225-73b5e4934569" providerId="ADAL" clId="{CA32AF46-CC44-4590-97BD-AECB22BEFBFD}" dt="2025-01-17T14:18:50.311" v="872" actId="478"/>
        <pc:sldMkLst>
          <pc:docMk/>
          <pc:sldMk cId="3744312360" sldId="279"/>
        </pc:sldMkLst>
        <pc:spChg chg="mod">
          <ac:chgData name="Athale, Sonal" userId="ca12fdf9-4162-49fe-8225-73b5e4934569" providerId="ADAL" clId="{CA32AF46-CC44-4590-97BD-AECB22BEFBFD}" dt="2025-01-16T15:36:26.818" v="143" actId="20577"/>
          <ac:spMkLst>
            <pc:docMk/>
            <pc:sldMk cId="3744312360" sldId="279"/>
            <ac:spMk id="2" creationId="{EBEC452B-6A6F-85E6-E3AB-FD40AEA3C3AC}"/>
          </ac:spMkLst>
        </pc:spChg>
        <pc:spChg chg="del">
          <ac:chgData name="Athale, Sonal" userId="ca12fdf9-4162-49fe-8225-73b5e4934569" providerId="ADAL" clId="{CA32AF46-CC44-4590-97BD-AECB22BEFBFD}" dt="2025-01-17T14:18:50.311" v="872" actId="478"/>
          <ac:spMkLst>
            <pc:docMk/>
            <pc:sldMk cId="3744312360" sldId="279"/>
            <ac:spMk id="3" creationId="{C15F3F6E-7F05-327E-5890-73EF12C9C85D}"/>
          </ac:spMkLst>
        </pc:spChg>
        <pc:picChg chg="add mod">
          <ac:chgData name="Athale, Sonal" userId="ca12fdf9-4162-49fe-8225-73b5e4934569" providerId="ADAL" clId="{CA32AF46-CC44-4590-97BD-AECB22BEFBFD}" dt="2025-01-16T15:38:30.697" v="151" actId="14100"/>
          <ac:picMkLst>
            <pc:docMk/>
            <pc:sldMk cId="3744312360" sldId="279"/>
            <ac:picMk id="5" creationId="{A2FA6A39-9D59-5A24-12B8-02F15E8FE951}"/>
          </ac:picMkLst>
        </pc:picChg>
        <pc:picChg chg="add mod">
          <ac:chgData name="Athale, Sonal" userId="ca12fdf9-4162-49fe-8225-73b5e4934569" providerId="ADAL" clId="{CA32AF46-CC44-4590-97BD-AECB22BEFBFD}" dt="2025-01-16T15:38:40.755" v="152" actId="14100"/>
          <ac:picMkLst>
            <pc:docMk/>
            <pc:sldMk cId="3744312360" sldId="279"/>
            <ac:picMk id="7" creationId="{8EA8AA68-35A0-FD91-00DB-B7F2B28F2B92}"/>
          </ac:picMkLst>
        </pc:picChg>
      </pc:sldChg>
      <pc:sldChg chg="addSp delSp modSp new mod">
        <pc:chgData name="Athale, Sonal" userId="ca12fdf9-4162-49fe-8225-73b5e4934569" providerId="ADAL" clId="{CA32AF46-CC44-4590-97BD-AECB22BEFBFD}" dt="2025-01-17T14:36:13.228" v="897" actId="120"/>
        <pc:sldMkLst>
          <pc:docMk/>
          <pc:sldMk cId="4203934452" sldId="280"/>
        </pc:sldMkLst>
        <pc:spChg chg="mod">
          <ac:chgData name="Athale, Sonal" userId="ca12fdf9-4162-49fe-8225-73b5e4934569" providerId="ADAL" clId="{CA32AF46-CC44-4590-97BD-AECB22BEFBFD}" dt="2025-01-16T15:56:02.404" v="299" actId="1076"/>
          <ac:spMkLst>
            <pc:docMk/>
            <pc:sldMk cId="4203934452" sldId="280"/>
            <ac:spMk id="2" creationId="{2BE78E39-ADA4-4A19-6AF2-B638B679D157}"/>
          </ac:spMkLst>
        </pc:spChg>
        <pc:spChg chg="del mod">
          <ac:chgData name="Athale, Sonal" userId="ca12fdf9-4162-49fe-8225-73b5e4934569" providerId="ADAL" clId="{CA32AF46-CC44-4590-97BD-AECB22BEFBFD}" dt="2025-01-16T15:45:49.067" v="231" actId="478"/>
          <ac:spMkLst>
            <pc:docMk/>
            <pc:sldMk cId="4203934452" sldId="280"/>
            <ac:spMk id="3" creationId="{E19F4CD6-EAA3-03FB-A5F2-2B512FB1D049}"/>
          </ac:spMkLst>
        </pc:spChg>
        <pc:graphicFrameChg chg="add mod modGraphic">
          <ac:chgData name="Athale, Sonal" userId="ca12fdf9-4162-49fe-8225-73b5e4934569" providerId="ADAL" clId="{CA32AF46-CC44-4590-97BD-AECB22BEFBFD}" dt="2025-01-17T14:36:13.228" v="897" actId="120"/>
          <ac:graphicFrameMkLst>
            <pc:docMk/>
            <pc:sldMk cId="4203934452" sldId="280"/>
            <ac:graphicFrameMk id="4" creationId="{342AA61B-DCEF-4FD3-FA72-A39E3A10263E}"/>
          </ac:graphicFrameMkLst>
        </pc:graphicFrameChg>
      </pc:sldChg>
      <pc:sldChg chg="addSp delSp modSp new mod">
        <pc:chgData name="Athale, Sonal" userId="ca12fdf9-4162-49fe-8225-73b5e4934569" providerId="ADAL" clId="{CA32AF46-CC44-4590-97BD-AECB22BEFBFD}" dt="2025-01-17T14:19:53.236" v="875" actId="478"/>
        <pc:sldMkLst>
          <pc:docMk/>
          <pc:sldMk cId="716228913" sldId="281"/>
        </pc:sldMkLst>
        <pc:spChg chg="mod">
          <ac:chgData name="Athale, Sonal" userId="ca12fdf9-4162-49fe-8225-73b5e4934569" providerId="ADAL" clId="{CA32AF46-CC44-4590-97BD-AECB22BEFBFD}" dt="2025-01-17T10:17:05.915" v="748" actId="20577"/>
          <ac:spMkLst>
            <pc:docMk/>
            <pc:sldMk cId="716228913" sldId="281"/>
            <ac:spMk id="2" creationId="{ECEE48E3-68C6-E6C7-DC24-8BDB629AFF76}"/>
          </ac:spMkLst>
        </pc:spChg>
        <pc:spChg chg="del">
          <ac:chgData name="Athale, Sonal" userId="ca12fdf9-4162-49fe-8225-73b5e4934569" providerId="ADAL" clId="{CA32AF46-CC44-4590-97BD-AECB22BEFBFD}" dt="2025-01-17T14:19:53.236" v="875" actId="478"/>
          <ac:spMkLst>
            <pc:docMk/>
            <pc:sldMk cId="716228913" sldId="281"/>
            <ac:spMk id="3" creationId="{6D3A4A4A-ECD6-168B-51B7-CD10FC123AEB}"/>
          </ac:spMkLst>
        </pc:spChg>
        <pc:picChg chg="add mod">
          <ac:chgData name="Athale, Sonal" userId="ca12fdf9-4162-49fe-8225-73b5e4934569" providerId="ADAL" clId="{CA32AF46-CC44-4590-97BD-AECB22BEFBFD}" dt="2025-01-17T10:37:50.437" v="761" actId="1076"/>
          <ac:picMkLst>
            <pc:docMk/>
            <pc:sldMk cId="716228913" sldId="281"/>
            <ac:picMk id="5" creationId="{126FCA45-25E9-5E11-187A-C3BDF328FD3F}"/>
          </ac:picMkLst>
        </pc:picChg>
        <pc:picChg chg="add del mod">
          <ac:chgData name="Athale, Sonal" userId="ca12fdf9-4162-49fe-8225-73b5e4934569" providerId="ADAL" clId="{CA32AF46-CC44-4590-97BD-AECB22BEFBFD}" dt="2025-01-17T10:36:57.026" v="755" actId="478"/>
          <ac:picMkLst>
            <pc:docMk/>
            <pc:sldMk cId="716228913" sldId="281"/>
            <ac:picMk id="83" creationId="{00000000-0000-0000-0000-000000000000}"/>
          </ac:picMkLst>
        </pc:picChg>
      </pc:sldChg>
      <pc:sldChg chg="addSp modSp new mod">
        <pc:chgData name="Athale, Sonal" userId="ca12fdf9-4162-49fe-8225-73b5e4934569" providerId="ADAL" clId="{CA32AF46-CC44-4590-97BD-AECB22BEFBFD}" dt="2025-01-17T10:38:40.298" v="782" actId="1076"/>
        <pc:sldMkLst>
          <pc:docMk/>
          <pc:sldMk cId="3047391221" sldId="282"/>
        </pc:sldMkLst>
        <pc:spChg chg="mod">
          <ac:chgData name="Athale, Sonal" userId="ca12fdf9-4162-49fe-8225-73b5e4934569" providerId="ADAL" clId="{CA32AF46-CC44-4590-97BD-AECB22BEFBFD}" dt="2025-01-17T10:38:09.316" v="778" actId="20577"/>
          <ac:spMkLst>
            <pc:docMk/>
            <pc:sldMk cId="3047391221" sldId="282"/>
            <ac:spMk id="2" creationId="{8F42E8EC-2CFF-E98C-DF5D-01BDD7CC739D}"/>
          </ac:spMkLst>
        </pc:spChg>
        <pc:spChg chg="mod">
          <ac:chgData name="Athale, Sonal" userId="ca12fdf9-4162-49fe-8225-73b5e4934569" providerId="ADAL" clId="{CA32AF46-CC44-4590-97BD-AECB22BEFBFD}" dt="2025-01-17T10:38:32.464" v="779" actId="5793"/>
          <ac:spMkLst>
            <pc:docMk/>
            <pc:sldMk cId="3047391221" sldId="282"/>
            <ac:spMk id="3" creationId="{B0E1C40F-14E2-DAF9-8A5A-8783EC646ED3}"/>
          </ac:spMkLst>
        </pc:spChg>
        <pc:picChg chg="add mod">
          <ac:chgData name="Athale, Sonal" userId="ca12fdf9-4162-49fe-8225-73b5e4934569" providerId="ADAL" clId="{CA32AF46-CC44-4590-97BD-AECB22BEFBFD}" dt="2025-01-17T10:38:40.298" v="782" actId="1076"/>
          <ac:picMkLst>
            <pc:docMk/>
            <pc:sldMk cId="3047391221" sldId="282"/>
            <ac:picMk id="5" creationId="{F35773F0-88DA-0ED8-2D8C-ABB20B252B30}"/>
          </ac:picMkLst>
        </pc:picChg>
      </pc:sldChg>
      <pc:sldChg chg="modSp new del mod">
        <pc:chgData name="Athale, Sonal" userId="ca12fdf9-4162-49fe-8225-73b5e4934569" providerId="ADAL" clId="{CA32AF46-CC44-4590-97BD-AECB22BEFBFD}" dt="2025-01-17T14:03:31.488" v="832" actId="47"/>
        <pc:sldMkLst>
          <pc:docMk/>
          <pc:sldMk cId="3575749880" sldId="283"/>
        </pc:sldMkLst>
        <pc:spChg chg="mod">
          <ac:chgData name="Athale, Sonal" userId="ca12fdf9-4162-49fe-8225-73b5e4934569" providerId="ADAL" clId="{CA32AF46-CC44-4590-97BD-AECB22BEFBFD}" dt="2025-01-17T10:39:18.979" v="794"/>
          <ac:spMkLst>
            <pc:docMk/>
            <pc:sldMk cId="3575749880" sldId="283"/>
            <ac:spMk id="2" creationId="{A022FD72-AE84-A259-7F49-C73991133CA2}"/>
          </ac:spMkLst>
        </pc:spChg>
        <pc:spChg chg="mod">
          <ac:chgData name="Athale, Sonal" userId="ca12fdf9-4162-49fe-8225-73b5e4934569" providerId="ADAL" clId="{CA32AF46-CC44-4590-97BD-AECB22BEFBFD}" dt="2025-01-17T10:39:50.366" v="821" actId="20577"/>
          <ac:spMkLst>
            <pc:docMk/>
            <pc:sldMk cId="3575749880" sldId="283"/>
            <ac:spMk id="3" creationId="{F187ABAC-23A3-57DF-E7B4-702F1507002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" name="Shape 5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700184" y="1360350"/>
            <a:ext cx="5807402" cy="1546500"/>
          </a:xfrm>
          <a:prstGeom prst="rect">
            <a:avLst/>
          </a:prstGeom>
        </p:spPr>
        <p:txBody>
          <a:bodyPr anchor="t"/>
          <a:lstStyle>
            <a:lvl1pPr>
              <a:defRPr sz="6000" b="1"/>
            </a:lvl1pPr>
          </a:lstStyle>
          <a:p>
            <a:r>
              <a:t>Title Text</a:t>
            </a:r>
          </a:p>
        </p:txBody>
      </p:sp>
      <p:sp>
        <p:nvSpPr>
          <p:cNvPr id="12" name="Google Shape;11;p2"/>
          <p:cNvSpPr/>
          <p:nvPr/>
        </p:nvSpPr>
        <p:spPr>
          <a:xfrm>
            <a:off x="6897624" y="6199949"/>
            <a:ext cx="126901" cy="126901"/>
          </a:xfrm>
          <a:prstGeom prst="ellipse">
            <a:avLst/>
          </a:prstGeom>
          <a:solidFill>
            <a:srgbClr val="0091EA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" name="Google Shape;12;p2"/>
          <p:cNvSpPr/>
          <p:nvPr/>
        </p:nvSpPr>
        <p:spPr>
          <a:xfrm>
            <a:off x="7454375" y="5638800"/>
            <a:ext cx="126901" cy="126901"/>
          </a:xfrm>
          <a:prstGeom prst="ellipse">
            <a:avLst/>
          </a:prstGeom>
          <a:solidFill>
            <a:srgbClr val="0091EA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4" name="Google Shape;13;p2"/>
          <p:cNvSpPr/>
          <p:nvPr/>
        </p:nvSpPr>
        <p:spPr>
          <a:xfrm>
            <a:off x="8827727" y="4597553"/>
            <a:ext cx="75901" cy="75901"/>
          </a:xfrm>
          <a:prstGeom prst="ellipse">
            <a:avLst/>
          </a:prstGeom>
          <a:solidFill>
            <a:srgbClr val="0091EA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5" name="Google Shape;14;p2"/>
          <p:cNvSpPr/>
          <p:nvPr/>
        </p:nvSpPr>
        <p:spPr>
          <a:xfrm>
            <a:off x="8677050" y="6577875"/>
            <a:ext cx="126901" cy="126901"/>
          </a:xfrm>
          <a:prstGeom prst="ellipse">
            <a:avLst/>
          </a:prstGeom>
          <a:solidFill>
            <a:srgbClr val="0091EA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6" name="Google Shape;15;p2"/>
          <p:cNvSpPr/>
          <p:nvPr/>
        </p:nvSpPr>
        <p:spPr>
          <a:xfrm>
            <a:off x="2972224" y="633400"/>
            <a:ext cx="126901" cy="126901"/>
          </a:xfrm>
          <a:prstGeom prst="ellipse">
            <a:avLst/>
          </a:prstGeom>
          <a:solidFill>
            <a:srgbClr val="0091EA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7" name="Google Shape;16;p2"/>
          <p:cNvSpPr/>
          <p:nvPr/>
        </p:nvSpPr>
        <p:spPr>
          <a:xfrm>
            <a:off x="579635" y="3373478"/>
            <a:ext cx="126901" cy="126901"/>
          </a:xfrm>
          <a:prstGeom prst="ellipse">
            <a:avLst/>
          </a:prstGeom>
          <a:solidFill>
            <a:srgbClr val="0091EA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" name="Google Shape;17;p2"/>
          <p:cNvSpPr/>
          <p:nvPr/>
        </p:nvSpPr>
        <p:spPr>
          <a:xfrm>
            <a:off x="311843" y="791518"/>
            <a:ext cx="126901" cy="126901"/>
          </a:xfrm>
          <a:prstGeom prst="ellipse">
            <a:avLst/>
          </a:prstGeom>
          <a:solidFill>
            <a:srgbClr val="0091EA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" name="Google Shape;18;p2"/>
          <p:cNvSpPr/>
          <p:nvPr/>
        </p:nvSpPr>
        <p:spPr>
          <a:xfrm>
            <a:off x="626321" y="1339871"/>
            <a:ext cx="253802" cy="253802"/>
          </a:xfrm>
          <a:prstGeom prst="ellipse">
            <a:avLst/>
          </a:prstGeom>
          <a:ln w="19050">
            <a:solidFill>
              <a:srgbClr val="0091EA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0" name="Google Shape;19;p2"/>
          <p:cNvSpPr/>
          <p:nvPr/>
        </p:nvSpPr>
        <p:spPr>
          <a:xfrm>
            <a:off x="8104499" y="4963100"/>
            <a:ext cx="190201" cy="190501"/>
          </a:xfrm>
          <a:prstGeom prst="ellipse">
            <a:avLst/>
          </a:prstGeom>
          <a:ln w="19050">
            <a:solidFill>
              <a:srgbClr val="0091EA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1" name="Google Shape;20;p2"/>
          <p:cNvSpPr/>
          <p:nvPr/>
        </p:nvSpPr>
        <p:spPr>
          <a:xfrm>
            <a:off x="8803950" y="5654657"/>
            <a:ext cx="190201" cy="190501"/>
          </a:xfrm>
          <a:prstGeom prst="ellipse">
            <a:avLst/>
          </a:prstGeom>
          <a:ln w="19050">
            <a:solidFill>
              <a:srgbClr val="0091EA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2" name="Google Shape;21;p2"/>
          <p:cNvSpPr/>
          <p:nvPr/>
        </p:nvSpPr>
        <p:spPr>
          <a:xfrm>
            <a:off x="196310" y="1990889"/>
            <a:ext cx="75901" cy="75901"/>
          </a:xfrm>
          <a:prstGeom prst="ellipse">
            <a:avLst/>
          </a:prstGeom>
          <a:solidFill>
            <a:srgbClr val="0091EA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3" name="Google Shape;22;p2"/>
          <p:cNvSpPr/>
          <p:nvPr/>
        </p:nvSpPr>
        <p:spPr>
          <a:xfrm>
            <a:off x="1738049" y="271322"/>
            <a:ext cx="253801" cy="253801"/>
          </a:xfrm>
          <a:prstGeom prst="ellipse">
            <a:avLst/>
          </a:prstGeom>
          <a:ln w="19050">
            <a:solidFill>
              <a:srgbClr val="0091EA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4" name="Google Shape;23;p2"/>
          <p:cNvSpPr/>
          <p:nvPr/>
        </p:nvSpPr>
        <p:spPr>
          <a:xfrm>
            <a:off x="771659" y="2504484"/>
            <a:ext cx="75901" cy="75901"/>
          </a:xfrm>
          <a:prstGeom prst="ellipse">
            <a:avLst/>
          </a:prstGeom>
          <a:solidFill>
            <a:srgbClr val="0091EA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5" name="Google Shape;24;p2"/>
          <p:cNvSpPr/>
          <p:nvPr/>
        </p:nvSpPr>
        <p:spPr>
          <a:xfrm>
            <a:off x="4271583" y="474824"/>
            <a:ext cx="75901" cy="75901"/>
          </a:xfrm>
          <a:prstGeom prst="ellipse">
            <a:avLst/>
          </a:prstGeom>
          <a:solidFill>
            <a:srgbClr val="0091EA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6" name="Google Shape;25;p2"/>
          <p:cNvSpPr/>
          <p:nvPr/>
        </p:nvSpPr>
        <p:spPr>
          <a:xfrm>
            <a:off x="7729212" y="6127438"/>
            <a:ext cx="253801" cy="254100"/>
          </a:xfrm>
          <a:prstGeom prst="ellipse">
            <a:avLst/>
          </a:prstGeom>
          <a:ln w="19050">
            <a:solidFill>
              <a:srgbClr val="0091EA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6356350"/>
            <a:ext cx="2133600" cy="38605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786149" y="410825"/>
            <a:ext cx="7571701" cy="93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786149" y="1682267"/>
            <a:ext cx="7571701" cy="476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73892" y="6333133"/>
            <a:ext cx="379192" cy="386051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>
            <a:spAutoFit/>
          </a:bodyPr>
          <a:lstStyle>
            <a:lvl1pPr algn="r">
              <a:defRPr sz="1300" b="1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rgbClr val="0091EA"/>
          </a:solidFill>
          <a:uFillTx/>
          <a:latin typeface="Roboto Slab"/>
          <a:ea typeface="Roboto Slab"/>
          <a:cs typeface="Roboto Slab"/>
          <a:sym typeface="Roboto Slab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rgbClr val="0091EA"/>
          </a:solidFill>
          <a:uFillTx/>
          <a:latin typeface="Roboto Slab"/>
          <a:ea typeface="Roboto Slab"/>
          <a:cs typeface="Roboto Slab"/>
          <a:sym typeface="Roboto Slab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rgbClr val="0091EA"/>
          </a:solidFill>
          <a:uFillTx/>
          <a:latin typeface="Roboto Slab"/>
          <a:ea typeface="Roboto Slab"/>
          <a:cs typeface="Roboto Slab"/>
          <a:sym typeface="Roboto Slab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rgbClr val="0091EA"/>
          </a:solidFill>
          <a:uFillTx/>
          <a:latin typeface="Roboto Slab"/>
          <a:ea typeface="Roboto Slab"/>
          <a:cs typeface="Roboto Slab"/>
          <a:sym typeface="Roboto Slab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rgbClr val="0091EA"/>
          </a:solidFill>
          <a:uFillTx/>
          <a:latin typeface="Roboto Slab"/>
          <a:ea typeface="Roboto Slab"/>
          <a:cs typeface="Roboto Slab"/>
          <a:sym typeface="Roboto Slab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rgbClr val="0091EA"/>
          </a:solidFill>
          <a:uFillTx/>
          <a:latin typeface="Roboto Slab"/>
          <a:ea typeface="Roboto Slab"/>
          <a:cs typeface="Roboto Slab"/>
          <a:sym typeface="Roboto Slab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rgbClr val="0091EA"/>
          </a:solidFill>
          <a:uFillTx/>
          <a:latin typeface="Roboto Slab"/>
          <a:ea typeface="Roboto Slab"/>
          <a:cs typeface="Roboto Slab"/>
          <a:sym typeface="Roboto Slab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rgbClr val="0091EA"/>
          </a:solidFill>
          <a:uFillTx/>
          <a:latin typeface="Roboto Slab"/>
          <a:ea typeface="Roboto Slab"/>
          <a:cs typeface="Roboto Slab"/>
          <a:sym typeface="Roboto Slab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rgbClr val="0091EA"/>
          </a:solidFill>
          <a:uFillTx/>
          <a:latin typeface="Roboto Slab"/>
          <a:ea typeface="Roboto Slab"/>
          <a:cs typeface="Roboto Slab"/>
          <a:sym typeface="Roboto Slab"/>
        </a:defRPr>
      </a:lvl9pPr>
    </p:titleStyle>
    <p:bodyStyle>
      <a:lvl1pPr marL="457200" marR="0" indent="-4191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CFD8DC"/>
        </a:buClr>
        <a:buSzPts val="3000"/>
        <a:buFont typeface="Helvetica"/>
        <a:buChar char="◎"/>
        <a:tabLst/>
        <a:defRPr sz="3000" b="0" i="0" u="none" strike="noStrike" cap="none" spc="0" baseline="0">
          <a:ln>
            <a:noFill/>
          </a:ln>
          <a:solidFill>
            <a:srgbClr val="263238"/>
          </a:solidFill>
          <a:uFillTx/>
          <a:latin typeface="Source Sans Pro"/>
          <a:ea typeface="Source Sans Pro"/>
          <a:cs typeface="Source Sans Pro"/>
          <a:sym typeface="Source Sans Pro"/>
        </a:defRPr>
      </a:lvl1pPr>
      <a:lvl2pPr marL="1009650" marR="0" indent="-47625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CFD8DC"/>
        </a:buClr>
        <a:buSzPts val="3000"/>
        <a:buFont typeface="Helvetica"/>
        <a:buChar char="○"/>
        <a:tabLst/>
        <a:defRPr sz="3000" b="0" i="0" u="none" strike="noStrike" cap="none" spc="0" baseline="0">
          <a:ln>
            <a:noFill/>
          </a:ln>
          <a:solidFill>
            <a:srgbClr val="263238"/>
          </a:solidFill>
          <a:uFillTx/>
          <a:latin typeface="Source Sans Pro"/>
          <a:ea typeface="Source Sans Pro"/>
          <a:cs typeface="Source Sans Pro"/>
          <a:sym typeface="Source Sans Pro"/>
        </a:defRPr>
      </a:lvl2pPr>
      <a:lvl3pPr marL="1466850" marR="0" indent="-47625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CFD8DC"/>
        </a:buClr>
        <a:buSzPts val="3000"/>
        <a:buFont typeface="Helvetica"/>
        <a:buChar char="◉"/>
        <a:tabLst/>
        <a:defRPr sz="3000" b="0" i="0" u="none" strike="noStrike" cap="none" spc="0" baseline="0">
          <a:ln>
            <a:noFill/>
          </a:ln>
          <a:solidFill>
            <a:srgbClr val="263238"/>
          </a:solidFill>
          <a:uFillTx/>
          <a:latin typeface="Source Sans Pro"/>
          <a:ea typeface="Source Sans Pro"/>
          <a:cs typeface="Source Sans Pro"/>
          <a:sym typeface="Source Sans Pro"/>
        </a:defRPr>
      </a:lvl3pPr>
      <a:lvl4pPr marL="2057400" marR="0" indent="-5715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CFD8DC"/>
        </a:buClr>
        <a:buSzPts val="3000"/>
        <a:buFont typeface="Helvetica"/>
        <a:buChar char="●"/>
        <a:tabLst/>
        <a:defRPr sz="3000" b="0" i="0" u="none" strike="noStrike" cap="none" spc="0" baseline="0">
          <a:ln>
            <a:noFill/>
          </a:ln>
          <a:solidFill>
            <a:srgbClr val="263238"/>
          </a:solidFill>
          <a:uFillTx/>
          <a:latin typeface="Source Sans Pro"/>
          <a:ea typeface="Source Sans Pro"/>
          <a:cs typeface="Source Sans Pro"/>
          <a:sym typeface="Source Sans Pro"/>
        </a:defRPr>
      </a:lvl4pPr>
      <a:lvl5pPr marL="2514600" marR="0" indent="-5715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CFD8DC"/>
        </a:buClr>
        <a:buSzPts val="3000"/>
        <a:buFont typeface="Helvetica"/>
        <a:buChar char="○"/>
        <a:tabLst/>
        <a:defRPr sz="3000" b="0" i="0" u="none" strike="noStrike" cap="none" spc="0" baseline="0">
          <a:ln>
            <a:noFill/>
          </a:ln>
          <a:solidFill>
            <a:srgbClr val="263238"/>
          </a:solidFill>
          <a:uFillTx/>
          <a:latin typeface="Source Sans Pro"/>
          <a:ea typeface="Source Sans Pro"/>
          <a:cs typeface="Source Sans Pro"/>
          <a:sym typeface="Source Sans Pro"/>
        </a:defRPr>
      </a:lvl5pPr>
      <a:lvl6pPr marL="2971800" marR="0" indent="-5715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CFD8DC"/>
        </a:buClr>
        <a:buSzPts val="3000"/>
        <a:buFont typeface="Helvetica"/>
        <a:buChar char="■"/>
        <a:tabLst/>
        <a:defRPr sz="3000" b="0" i="0" u="none" strike="noStrike" cap="none" spc="0" baseline="0">
          <a:ln>
            <a:noFill/>
          </a:ln>
          <a:solidFill>
            <a:srgbClr val="263238"/>
          </a:solidFill>
          <a:uFillTx/>
          <a:latin typeface="Source Sans Pro"/>
          <a:ea typeface="Source Sans Pro"/>
          <a:cs typeface="Source Sans Pro"/>
          <a:sym typeface="Source Sans Pro"/>
        </a:defRPr>
      </a:lvl6pPr>
      <a:lvl7pPr marL="3429000" marR="0" indent="-5715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CFD8DC"/>
        </a:buClr>
        <a:buSzPts val="3000"/>
        <a:buFont typeface="Helvetica"/>
        <a:buChar char="●"/>
        <a:tabLst/>
        <a:defRPr sz="3000" b="0" i="0" u="none" strike="noStrike" cap="none" spc="0" baseline="0">
          <a:ln>
            <a:noFill/>
          </a:ln>
          <a:solidFill>
            <a:srgbClr val="263238"/>
          </a:solidFill>
          <a:uFillTx/>
          <a:latin typeface="Source Sans Pro"/>
          <a:ea typeface="Source Sans Pro"/>
          <a:cs typeface="Source Sans Pro"/>
          <a:sym typeface="Source Sans Pro"/>
        </a:defRPr>
      </a:lvl7pPr>
      <a:lvl8pPr marL="3886200" marR="0" indent="-5715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CFD8DC"/>
        </a:buClr>
        <a:buSzPts val="3000"/>
        <a:buFont typeface="Helvetica"/>
        <a:buChar char="○"/>
        <a:tabLst/>
        <a:defRPr sz="3000" b="0" i="0" u="none" strike="noStrike" cap="none" spc="0" baseline="0">
          <a:ln>
            <a:noFill/>
          </a:ln>
          <a:solidFill>
            <a:srgbClr val="263238"/>
          </a:solidFill>
          <a:uFillTx/>
          <a:latin typeface="Source Sans Pro"/>
          <a:ea typeface="Source Sans Pro"/>
          <a:cs typeface="Source Sans Pro"/>
          <a:sym typeface="Source Sans Pro"/>
        </a:defRPr>
      </a:lvl8pPr>
      <a:lvl9pPr marL="4343400" marR="0" indent="-5715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CFD8DC"/>
        </a:buClr>
        <a:buSzPts val="3000"/>
        <a:buFont typeface="Helvetica"/>
        <a:buChar char="■"/>
        <a:tabLst/>
        <a:defRPr sz="3000" b="0" i="0" u="none" strike="noStrike" cap="none" spc="0" baseline="0">
          <a:ln>
            <a:noFill/>
          </a:ln>
          <a:solidFill>
            <a:srgbClr val="263238"/>
          </a:solidFill>
          <a:uFillTx/>
          <a:latin typeface="Source Sans Pro"/>
          <a:ea typeface="Source Sans Pro"/>
          <a:cs typeface="Source Sans Pro"/>
          <a:sym typeface="Source Sans Pr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70;p12"/>
          <p:cNvSpPr txBox="1">
            <a:spLocks noGrp="1"/>
          </p:cNvSpPr>
          <p:nvPr>
            <p:ph type="title"/>
          </p:nvPr>
        </p:nvSpPr>
        <p:spPr>
          <a:xfrm>
            <a:off x="909727" y="3176553"/>
            <a:ext cx="7006495" cy="241320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dirty="0"/>
              <a:t>ETL</a:t>
            </a:r>
            <a:r>
              <a:rPr lang="en-US" dirty="0"/>
              <a:t>/Datawarehouse</a:t>
            </a:r>
            <a:r>
              <a:rPr dirty="0"/>
              <a:t> Testing</a:t>
            </a:r>
            <a:br>
              <a:rPr dirty="0"/>
            </a:br>
            <a:r>
              <a:rPr dirty="0"/>
              <a:t>                </a:t>
            </a:r>
            <a:endParaRPr sz="28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383;p37"/>
          <p:cNvSpPr txBox="1">
            <a:spLocks noGrp="1"/>
          </p:cNvSpPr>
          <p:nvPr>
            <p:ph type="title"/>
          </p:nvPr>
        </p:nvSpPr>
        <p:spPr>
          <a:xfrm>
            <a:off x="527733" y="271679"/>
            <a:ext cx="7571700" cy="936900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r>
              <a:rPr dirty="0"/>
              <a:t>Agenda</a:t>
            </a:r>
          </a:p>
        </p:txBody>
      </p:sp>
      <p:sp>
        <p:nvSpPr>
          <p:cNvPr id="55" name="Google Shape;384;p37"/>
          <p:cNvSpPr txBox="1">
            <a:spLocks noGrp="1"/>
          </p:cNvSpPr>
          <p:nvPr>
            <p:ph type="body" idx="1"/>
          </p:nvPr>
        </p:nvSpPr>
        <p:spPr>
          <a:xfrm>
            <a:off x="527733" y="1453666"/>
            <a:ext cx="7571700" cy="4764902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342900" indent="-342900">
              <a:buSzPts val="2400"/>
              <a:defRPr sz="2400"/>
            </a:pPr>
            <a:r>
              <a:rPr lang="en-US" sz="2400" dirty="0"/>
              <a:t>Introduction to Data Warehousing and ETL </a:t>
            </a:r>
            <a:r>
              <a:rPr dirty="0"/>
              <a:t>What is ETL?</a:t>
            </a:r>
          </a:p>
          <a:p>
            <a:pPr marL="342900" indent="-342900">
              <a:buSzPts val="2400"/>
              <a:defRPr sz="2400"/>
            </a:pPr>
            <a:r>
              <a:rPr lang="en-US" dirty="0"/>
              <a:t>Key Objectives of ETL Testing</a:t>
            </a:r>
            <a:endParaRPr dirty="0"/>
          </a:p>
          <a:p>
            <a:pPr marL="342900" indent="-342900">
              <a:buSzPts val="2400"/>
              <a:defRPr sz="2400"/>
            </a:pPr>
            <a:r>
              <a:rPr lang="en-US" dirty="0"/>
              <a:t>ETL Workflow</a:t>
            </a:r>
            <a:endParaRPr dirty="0"/>
          </a:p>
          <a:p>
            <a:pPr marL="342900" indent="-342900">
              <a:buSzPts val="2400"/>
              <a:defRPr sz="2400"/>
            </a:pPr>
            <a:r>
              <a:rPr lang="en-US" dirty="0"/>
              <a:t>What is Datawarehouse?</a:t>
            </a:r>
            <a:endParaRPr dirty="0"/>
          </a:p>
          <a:p>
            <a:pPr marL="342900" indent="-342900">
              <a:buSzPts val="2400"/>
              <a:defRPr sz="2400"/>
            </a:pPr>
            <a:r>
              <a:rPr lang="en-US" dirty="0"/>
              <a:t>Data Warehouse vs Data Mart - Difference</a:t>
            </a:r>
            <a:endParaRPr dirty="0"/>
          </a:p>
          <a:p>
            <a:pPr marL="342900" indent="-342900">
              <a:buSzPts val="2400"/>
              <a:defRPr sz="2400"/>
            </a:pPr>
            <a:r>
              <a:rPr lang="en-IN" dirty="0"/>
              <a:t>Datawarehouse Architecture</a:t>
            </a:r>
            <a:endParaRPr dirty="0"/>
          </a:p>
          <a:p>
            <a:pPr marL="342900" indent="-342900">
              <a:buSzPts val="2400"/>
              <a:defRPr sz="2400"/>
            </a:pPr>
            <a:r>
              <a:rPr lang="en-IN" dirty="0"/>
              <a:t>ETL Testing Types</a:t>
            </a:r>
            <a:endParaRPr dirty="0"/>
          </a:p>
          <a:p>
            <a:pPr marL="342900" indent="-342900">
              <a:buSzPts val="2400"/>
              <a:defRPr sz="2400"/>
            </a:pPr>
            <a:r>
              <a:rPr lang="en-US" dirty="0"/>
              <a:t>ETL Testing Process</a:t>
            </a:r>
            <a:endParaRPr dirty="0"/>
          </a:p>
          <a:p>
            <a:pPr marL="342900" indent="-342900">
              <a:buSzPts val="2400"/>
              <a:defRPr sz="2400"/>
            </a:pPr>
            <a:r>
              <a:rPr lang="en-US" dirty="0"/>
              <a:t>Facts and Dimensions</a:t>
            </a:r>
          </a:p>
          <a:p>
            <a:pPr marL="342900" indent="-342900">
              <a:buSzPts val="2400"/>
              <a:defRPr sz="2400"/>
            </a:pPr>
            <a:r>
              <a:rPr lang="en-US" dirty="0"/>
              <a:t>Star Schema</a:t>
            </a:r>
          </a:p>
          <a:p>
            <a:pPr marL="342900" indent="-342900">
              <a:buSzPts val="2400"/>
              <a:defRPr sz="2400"/>
            </a:pPr>
            <a:r>
              <a:rPr lang="en-US" dirty="0"/>
              <a:t>Snowflake Schema</a:t>
            </a:r>
          </a:p>
          <a:p>
            <a:pPr marL="342900" indent="-342900">
              <a:buSzPts val="2400"/>
              <a:defRPr sz="2400"/>
            </a:pPr>
            <a:r>
              <a:rPr lang="en-IN" dirty="0"/>
              <a:t>SCD types</a:t>
            </a:r>
          </a:p>
          <a:p>
            <a:pPr marL="342900" indent="-342900">
              <a:buSzPts val="2400"/>
              <a:defRPr sz="2400"/>
            </a:pPr>
            <a:r>
              <a:rPr lang="en-IN" dirty="0"/>
              <a:t>ETL Loading Strategies</a:t>
            </a:r>
          </a:p>
          <a:p>
            <a:pPr marL="342900" indent="-342900">
              <a:buSzPts val="2400"/>
              <a:defRPr sz="2400"/>
            </a:pPr>
            <a:r>
              <a:rPr lang="en-IN" dirty="0"/>
              <a:t>ETL Testing Challenges</a:t>
            </a:r>
          </a:p>
          <a:p>
            <a:pPr marL="342900" indent="-342900">
              <a:buSzPts val="2400"/>
              <a:defRPr sz="2400"/>
            </a:pPr>
            <a:r>
              <a:rPr lang="en-IN" dirty="0"/>
              <a:t>Best Practices</a:t>
            </a:r>
          </a:p>
          <a:p>
            <a:pPr marL="342900" indent="-342900">
              <a:buSzPts val="2400"/>
              <a:defRPr sz="2400"/>
            </a:pPr>
            <a:endParaRPr lang="en-IN" dirty="0"/>
          </a:p>
          <a:p>
            <a:pPr marL="342900" indent="-342900">
              <a:buSzPts val="2400"/>
              <a:defRPr sz="2400"/>
            </a:pPr>
            <a:endParaRPr lang="en-US" dirty="0"/>
          </a:p>
          <a:p>
            <a:pPr marL="342900" indent="-342900">
              <a:buSzPts val="2400"/>
              <a:defRPr sz="2400"/>
            </a:pPr>
            <a:endParaRPr dirty="0"/>
          </a:p>
        </p:txBody>
      </p:sp>
      <p:sp>
        <p:nvSpPr>
          <p:cNvPr id="56" name="Google Shape;385;p37"/>
          <p:cNvSpPr txBox="1">
            <a:spLocks noGrp="1"/>
          </p:cNvSpPr>
          <p:nvPr>
            <p:ph type="sldNum" sz="quarter" idx="2"/>
          </p:nvPr>
        </p:nvSpPr>
        <p:spPr>
          <a:xfrm>
            <a:off x="8665713" y="6333133"/>
            <a:ext cx="287371" cy="3860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383;p37"/>
          <p:cNvSpPr txBox="1">
            <a:spLocks noGrp="1"/>
          </p:cNvSpPr>
          <p:nvPr>
            <p:ph type="title"/>
          </p:nvPr>
        </p:nvSpPr>
        <p:spPr>
          <a:xfrm>
            <a:off x="527733" y="271679"/>
            <a:ext cx="7571700" cy="936900"/>
          </a:xfrm>
          <a:prstGeom prst="rect">
            <a:avLst/>
          </a:prstGeom>
        </p:spPr>
        <p:txBody>
          <a:bodyPr/>
          <a:lstStyle/>
          <a:p>
            <a:pPr>
              <a:defRPr sz="3200"/>
            </a:pPr>
            <a:r>
              <a:rPr lang="en-US" sz="2400" dirty="0"/>
              <a:t>Introduction to Data Warehousing and ETL</a:t>
            </a:r>
            <a:endParaRPr sz="2400" dirty="0"/>
          </a:p>
        </p:txBody>
      </p:sp>
      <p:sp>
        <p:nvSpPr>
          <p:cNvPr id="63" name="Google Shape;384;p37"/>
          <p:cNvSpPr txBox="1">
            <a:spLocks noGrp="1"/>
          </p:cNvSpPr>
          <p:nvPr>
            <p:ph type="body" idx="1"/>
          </p:nvPr>
        </p:nvSpPr>
        <p:spPr>
          <a:xfrm>
            <a:off x="527733" y="1387784"/>
            <a:ext cx="6986252" cy="408243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just">
              <a:lnSpc>
                <a:spcPct val="150000"/>
              </a:lnSpc>
              <a:buSzPts val="2000"/>
              <a:defRPr sz="2000"/>
            </a:lvl1pPr>
          </a:lstStyle>
          <a:p>
            <a:r>
              <a:rPr lang="en-US" sz="1600" b="1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Data Warehousing: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 </a:t>
            </a:r>
            <a:r>
              <a:rPr lang="en-US" sz="160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Data Warehousing 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(DW) is process for collecting and managing data from varied sources to provide meaningful business insights.</a:t>
            </a:r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 data warehouse is a large, centralized repository that stores data from different sources.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It is designed for analytical processing and decision-making support.</a:t>
            </a:r>
          </a:p>
          <a:p>
            <a:r>
              <a:rPr lang="en-US" sz="1600" b="1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ETL (Extract, Transform, Load):</a:t>
            </a:r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ETL is the process of moving data from multiple sources into the data warehouse.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Extract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: Pulling data from various source systems.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Transform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: Converting the extracted data into a usable format (cleaning, aggregating, etc.).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Load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: Storing the transformed data into the data warehouse.</a:t>
            </a:r>
          </a:p>
        </p:txBody>
      </p:sp>
      <p:sp>
        <p:nvSpPr>
          <p:cNvPr id="64" name="Google Shape;385;p37"/>
          <p:cNvSpPr txBox="1">
            <a:spLocks noGrp="1"/>
          </p:cNvSpPr>
          <p:nvPr>
            <p:ph type="sldNum" sz="quarter" idx="2"/>
          </p:nvPr>
        </p:nvSpPr>
        <p:spPr>
          <a:xfrm>
            <a:off x="8665713" y="6333133"/>
            <a:ext cx="287371" cy="3860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D9EDE-3C28-0A2A-EA4D-E9C61491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Objectives of ETL Testing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A8F974-CAB1-D9C9-37E2-D17FDAD9C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Data Integrity: Ensuring that the data in the source system matches the data in the data warehouse.</a:t>
            </a:r>
          </a:p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Data Quality: Ensuring that the transformation rules are correctly implemented, and no data is corrupted during the ETL process.</a:t>
            </a:r>
          </a:p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Performance: Verifying that ETL jobs perform efficiently, especially with large data sets, and checking for bottlenecks or failures.</a:t>
            </a:r>
          </a:p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Error Handling: Ensuring that errors during the ETL process are caught and logged properly.</a:t>
            </a:r>
          </a:p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Compliance: Verifying that the data adheres to business rules and regulatory requirements.</a:t>
            </a:r>
            <a:endParaRPr lang="en-IN" sz="2000" dirty="0"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0640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EBB7F-78A0-27DE-BE63-8DD655CEE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ETL Workflow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7280BF-826D-F2AF-6DF3-7AE77B279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149" y="2433576"/>
            <a:ext cx="7571700" cy="295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22121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A165D-C36B-7EE3-204F-E9472318F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Datawarehouse?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71679F-90AE-5614-B0F1-4D9D3F9EB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 Data Warehouse works as a central repository where information arrives from one or more data sources.</a:t>
            </a: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Data may be: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Structured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Semi-structured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Unstructured data</a:t>
            </a:r>
          </a:p>
          <a:p>
            <a:r>
              <a:rPr lang="en-US" sz="2000" dirty="0">
                <a:solidFill>
                  <a:srgbClr val="22222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Types of Datawarehouse: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Enterprise Data warehouse(EDW)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Operational data store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Data mart</a:t>
            </a:r>
          </a:p>
          <a:p>
            <a:endParaRPr lang="en-IN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47376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78E39-ADA4-4A19-6AF2-B638B679D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149" y="160453"/>
            <a:ext cx="7571701" cy="936901"/>
          </a:xfrm>
        </p:spPr>
        <p:txBody>
          <a:bodyPr/>
          <a:lstStyle/>
          <a:p>
            <a:r>
              <a:rPr lang="en-US" dirty="0"/>
              <a:t>Data Warehouse vs Data Mart - Difference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2AA61B-DCEF-4FD3-FA72-A39E3A102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355914"/>
              </p:ext>
            </p:extLst>
          </p:nvPr>
        </p:nvGraphicFramePr>
        <p:xfrm>
          <a:off x="1251857" y="1114627"/>
          <a:ext cx="6096000" cy="5582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81209082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6273289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5152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Parameter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Datawarehouse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Data Mart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498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Definition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ource Sans Pro"/>
                        </a:rPr>
                        <a:t>A Data Warehouse is a large repository of data collected from different organizations or departments within a corporation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ource Sans Pro"/>
                        </a:rPr>
                        <a:t>A data mart is an only subtype of a Data Warehouse. It is designed to meet the need of a certain user group.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040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Objective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ource Sans Pro"/>
                        </a:rPr>
                        <a:t>The main objective of Data Warehouse is to provide an integrated environment and coherent picture of the business at a point in time.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ource Sans Pro"/>
                        </a:rPr>
                        <a:t>A data mart mostly used in a business division at the department level.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878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Designing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ource Sans Pro"/>
                        </a:rPr>
                        <a:t>The designing process of Data Warehouse is quite difficult.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ource Sans Pro"/>
                        </a:rPr>
                        <a:t>The designing process of Data Mart is easy.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0660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Data Handling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ource Sans Pro"/>
                        </a:rPr>
                        <a:t>Data warehousing includes large area of the corporation which is why it takes a long time to process it.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ource Sans Pro"/>
                        </a:rPr>
                        <a:t>Data marts are easy to use, design and implement as it can only handle small amounts of data.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644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Size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ource Sans Pro"/>
                        </a:rPr>
                        <a:t>The size of the Data Warehouse may range from 100 GB to 1 TB+.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ource Sans Pro"/>
                        </a:rPr>
                        <a:t>The Size of Data Mart is less than 100 GB.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241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93445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383;p37"/>
          <p:cNvSpPr txBox="1">
            <a:spLocks noGrp="1"/>
          </p:cNvSpPr>
          <p:nvPr>
            <p:ph type="title"/>
          </p:nvPr>
        </p:nvSpPr>
        <p:spPr>
          <a:xfrm>
            <a:off x="527733" y="271679"/>
            <a:ext cx="7571700" cy="9369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dirty="0"/>
              <a:t>Datawarehouse Architecture</a:t>
            </a:r>
          </a:p>
        </p:txBody>
      </p:sp>
      <p:sp>
        <p:nvSpPr>
          <p:cNvPr id="59" name="Google Shape;385;p37"/>
          <p:cNvSpPr txBox="1">
            <a:spLocks noGrp="1"/>
          </p:cNvSpPr>
          <p:nvPr>
            <p:ph type="sldNum" sz="quarter" idx="2"/>
          </p:nvPr>
        </p:nvSpPr>
        <p:spPr>
          <a:xfrm>
            <a:off x="8665713" y="6333133"/>
            <a:ext cx="287371" cy="3860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pic>
        <p:nvPicPr>
          <p:cNvPr id="60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2076"/>
            <a:ext cx="9144000" cy="42708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383;p37"/>
          <p:cNvSpPr txBox="1">
            <a:spLocks noGrp="1"/>
          </p:cNvSpPr>
          <p:nvPr>
            <p:ph type="title"/>
          </p:nvPr>
        </p:nvSpPr>
        <p:spPr>
          <a:xfrm>
            <a:off x="527733" y="271679"/>
            <a:ext cx="7571700" cy="9369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dirty="0"/>
              <a:t>ETL Testing Types</a:t>
            </a:r>
          </a:p>
        </p:txBody>
      </p:sp>
      <p:sp>
        <p:nvSpPr>
          <p:cNvPr id="102" name="Google Shape;384;p37"/>
          <p:cNvSpPr txBox="1">
            <a:spLocks noGrp="1"/>
          </p:cNvSpPr>
          <p:nvPr>
            <p:ph type="body" idx="1"/>
          </p:nvPr>
        </p:nvSpPr>
        <p:spPr>
          <a:xfrm>
            <a:off x="527732" y="1453666"/>
            <a:ext cx="8009982" cy="4764902"/>
          </a:xfrm>
          <a:prstGeom prst="rect">
            <a:avLst/>
          </a:prstGeom>
        </p:spPr>
        <p:txBody>
          <a:bodyPr/>
          <a:lstStyle/>
          <a:p>
            <a:pPr marL="336042" indent="-336042" defTabSz="896111">
              <a:lnSpc>
                <a:spcPct val="150000"/>
              </a:lnSpc>
              <a:spcBef>
                <a:spcPts val="500"/>
              </a:spcBef>
              <a:buSzPts val="2300"/>
              <a:defRPr sz="2352"/>
            </a:pPr>
            <a:r>
              <a:rPr dirty="0"/>
              <a:t>Production Validation Testing</a:t>
            </a:r>
          </a:p>
          <a:p>
            <a:pPr marL="790956" lvl="1" indent="-342900" defTabSz="89611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ts val="1900"/>
              <a:buFont typeface="Arial" panose="020B0604020202020204" pitchFamily="34" charset="0"/>
              <a:buChar char="•"/>
              <a:defRPr sz="1960"/>
            </a:pPr>
            <a:r>
              <a:rPr dirty="0"/>
              <a:t>Table balancing or product reconciliation. It is performed on data before or while being moved into the production system in the correct order.</a:t>
            </a:r>
            <a:endParaRPr sz="2352" dirty="0"/>
          </a:p>
          <a:p>
            <a:pPr marL="336042" indent="-336042" defTabSz="896111">
              <a:lnSpc>
                <a:spcPct val="150000"/>
              </a:lnSpc>
              <a:spcBef>
                <a:spcPts val="500"/>
              </a:spcBef>
              <a:buSzPts val="2300"/>
              <a:defRPr sz="2352"/>
            </a:pPr>
            <a:r>
              <a:rPr dirty="0"/>
              <a:t>Source To Target Testing</a:t>
            </a:r>
          </a:p>
          <a:p>
            <a:pPr marL="790956" lvl="1" indent="-342900" defTabSz="89611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ts val="1900"/>
              <a:buFont typeface="Arial" panose="020B0604020202020204" pitchFamily="34" charset="0"/>
              <a:buChar char="•"/>
              <a:defRPr sz="1960"/>
            </a:pPr>
            <a:r>
              <a:rPr dirty="0"/>
              <a:t>Performed to validate the data values after data transformation.</a:t>
            </a:r>
            <a:endParaRPr sz="2352" dirty="0"/>
          </a:p>
          <a:p>
            <a:pPr marL="336042" indent="-336042" defTabSz="896111">
              <a:lnSpc>
                <a:spcPct val="150000"/>
              </a:lnSpc>
              <a:spcBef>
                <a:spcPts val="500"/>
              </a:spcBef>
              <a:buSzPts val="2300"/>
              <a:defRPr sz="2352"/>
            </a:pPr>
            <a:r>
              <a:rPr dirty="0"/>
              <a:t>Application Upgrade</a:t>
            </a:r>
          </a:p>
          <a:p>
            <a:pPr marL="790956" lvl="1" indent="-342900" defTabSz="89611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ts val="1900"/>
              <a:buFont typeface="Arial" panose="020B0604020202020204" pitchFamily="34" charset="0"/>
              <a:buChar char="•"/>
              <a:defRPr sz="1960"/>
            </a:pPr>
            <a:r>
              <a:rPr dirty="0"/>
              <a:t>Check data extracted from an older application or repository are exactly same as the data in a repository or new application.</a:t>
            </a:r>
          </a:p>
        </p:txBody>
      </p:sp>
      <p:sp>
        <p:nvSpPr>
          <p:cNvPr id="103" name="Google Shape;385;p37"/>
          <p:cNvSpPr txBox="1">
            <a:spLocks noGrp="1"/>
          </p:cNvSpPr>
          <p:nvPr>
            <p:ph type="sldNum" sz="quarter" idx="2"/>
          </p:nvPr>
        </p:nvSpPr>
        <p:spPr>
          <a:xfrm>
            <a:off x="8573892" y="6333133"/>
            <a:ext cx="379192" cy="3860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383;p37"/>
          <p:cNvSpPr txBox="1">
            <a:spLocks noGrp="1"/>
          </p:cNvSpPr>
          <p:nvPr>
            <p:ph type="title"/>
          </p:nvPr>
        </p:nvSpPr>
        <p:spPr>
          <a:xfrm>
            <a:off x="527733" y="271679"/>
            <a:ext cx="7571700" cy="9369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Contd..</a:t>
            </a:r>
          </a:p>
        </p:txBody>
      </p:sp>
      <p:sp>
        <p:nvSpPr>
          <p:cNvPr id="106" name="Google Shape;384;p37"/>
          <p:cNvSpPr txBox="1">
            <a:spLocks noGrp="1"/>
          </p:cNvSpPr>
          <p:nvPr>
            <p:ph type="body" idx="1"/>
          </p:nvPr>
        </p:nvSpPr>
        <p:spPr>
          <a:xfrm>
            <a:off x="527732" y="1453666"/>
            <a:ext cx="8009982" cy="4764902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pPr marL="342900" indent="-342900">
              <a:lnSpc>
                <a:spcPct val="150000"/>
              </a:lnSpc>
              <a:buSzPts val="2400"/>
              <a:defRPr sz="2400"/>
            </a:pPr>
            <a:r>
              <a:rPr lang="en-US" dirty="0"/>
              <a:t>Metadata Testing:</a:t>
            </a:r>
          </a:p>
          <a:p>
            <a:pPr marL="895350" lvl="1" indent="-342900">
              <a:lnSpc>
                <a:spcPct val="150000"/>
              </a:lnSpc>
              <a:buClr>
                <a:schemeClr val="tx1"/>
              </a:buClr>
              <a:buSzPts val="2400"/>
              <a:buFont typeface="Arial" panose="020B0604020202020204" pitchFamily="34" charset="0"/>
              <a:buChar char="•"/>
              <a:defRPr sz="2400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Metadata testing includes testing of data type check, data length check and index/constraint check.</a:t>
            </a:r>
            <a:endParaRPr lang="en-US" dirty="0"/>
          </a:p>
          <a:p>
            <a:pPr marL="342900" indent="-342900">
              <a:lnSpc>
                <a:spcPct val="150000"/>
              </a:lnSpc>
              <a:buSzPts val="2400"/>
              <a:defRPr sz="2400"/>
            </a:pPr>
            <a:r>
              <a:rPr dirty="0"/>
              <a:t>Data Transformation Testing: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ts val="2000"/>
              <a:buFont typeface="Arial" panose="020B0604020202020204" pitchFamily="34" charset="0"/>
              <a:buChar char="•"/>
              <a:defRPr sz="2000"/>
            </a:pPr>
            <a:r>
              <a:rPr dirty="0"/>
              <a:t>Multiple SQL queries are required to be run for each and every row to verify data transformation standards.</a:t>
            </a:r>
            <a:endParaRPr sz="2400" dirty="0"/>
          </a:p>
          <a:p>
            <a:pPr marL="342900" indent="-342900">
              <a:lnSpc>
                <a:spcPct val="150000"/>
              </a:lnSpc>
              <a:buSzPts val="2400"/>
              <a:defRPr sz="2400"/>
            </a:pPr>
            <a:r>
              <a:rPr lang="en-US" dirty="0"/>
              <a:t>Data Quality Testing:</a:t>
            </a:r>
          </a:p>
          <a:p>
            <a:pPr marL="895350" lvl="1" indent="-342900">
              <a:lnSpc>
                <a:spcPct val="150000"/>
              </a:lnSpc>
              <a:buClr>
                <a:schemeClr val="tx1"/>
              </a:buClr>
              <a:buSzPts val="2400"/>
              <a:buFont typeface="Arial" panose="020B0604020202020204" pitchFamily="34" charset="0"/>
              <a:buChar char="•"/>
              <a:defRPr sz="2400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Data Quality Tests includes syntax and reference tests. In order to avoid any error due to date or order number during business process Data Quality testing is done.</a:t>
            </a:r>
            <a:endParaRPr lang="en-US" dirty="0"/>
          </a:p>
          <a:p>
            <a:pPr marL="342900" indent="-342900">
              <a:lnSpc>
                <a:spcPct val="150000"/>
              </a:lnSpc>
              <a:buSzPts val="2400"/>
              <a:defRPr sz="2400"/>
            </a:pPr>
            <a:r>
              <a:rPr dirty="0"/>
              <a:t>Data Completeness Testing: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ts val="2000"/>
              <a:buFont typeface="Arial" panose="020B0604020202020204" pitchFamily="34" charset="0"/>
              <a:buChar char="•"/>
              <a:defRPr sz="2000"/>
            </a:pPr>
            <a:r>
              <a:rPr dirty="0"/>
              <a:t>Verify if </a:t>
            </a:r>
            <a:r>
              <a:rPr lang="en-US" dirty="0"/>
              <a:t>all the </a:t>
            </a:r>
            <a:r>
              <a:rPr dirty="0"/>
              <a:t>expected data is loaded at the appropriate destination as per the predefined standards.</a:t>
            </a:r>
            <a:endParaRPr lang="en-US" dirty="0"/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SzPts val="2000"/>
              <a:buNone/>
              <a:defRPr sz="2000"/>
            </a:pPr>
            <a:endParaRPr lang="en-US" dirty="0"/>
          </a:p>
        </p:txBody>
      </p:sp>
      <p:sp>
        <p:nvSpPr>
          <p:cNvPr id="107" name="Google Shape;385;p37"/>
          <p:cNvSpPr txBox="1">
            <a:spLocks noGrp="1"/>
          </p:cNvSpPr>
          <p:nvPr>
            <p:ph type="sldNum" sz="quarter" idx="2"/>
          </p:nvPr>
        </p:nvSpPr>
        <p:spPr>
          <a:xfrm>
            <a:off x="8573892" y="6333133"/>
            <a:ext cx="379192" cy="3860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C452B-6A6F-85E6-E3AB-FD40AEA3C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ETL Testing Process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FA6A39-9D59-5A24-12B8-02F15E8FE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893" y="3243943"/>
            <a:ext cx="6014754" cy="35377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A8AA68-35A0-FD91-00DB-B7F2B28F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457" y="879276"/>
            <a:ext cx="4497670" cy="220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31236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383;p37"/>
          <p:cNvSpPr txBox="1">
            <a:spLocks noGrp="1"/>
          </p:cNvSpPr>
          <p:nvPr>
            <p:ph type="title"/>
          </p:nvPr>
        </p:nvSpPr>
        <p:spPr>
          <a:xfrm>
            <a:off x="527733" y="271679"/>
            <a:ext cx="7571700" cy="9369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Facts and Dimensions</a:t>
            </a:r>
            <a:endParaRPr dirty="0"/>
          </a:p>
        </p:txBody>
      </p:sp>
      <p:sp>
        <p:nvSpPr>
          <p:cNvPr id="81" name="Google Shape;384;p37"/>
          <p:cNvSpPr txBox="1">
            <a:spLocks noGrp="1"/>
          </p:cNvSpPr>
          <p:nvPr>
            <p:ph type="body" sz="half" idx="1"/>
          </p:nvPr>
        </p:nvSpPr>
        <p:spPr>
          <a:xfrm>
            <a:off x="527733" y="1453666"/>
            <a:ext cx="8020844" cy="210824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just">
              <a:lnSpc>
                <a:spcPct val="150000"/>
              </a:lnSpc>
              <a:buSzPts val="2400"/>
              <a:defRPr sz="2400"/>
            </a:lvl1pPr>
            <a:lvl2pPr marL="800100" indent="-342900" algn="just">
              <a:lnSpc>
                <a:spcPct val="150000"/>
              </a:lnSpc>
              <a:spcBef>
                <a:spcPts val="0"/>
              </a:spcBef>
              <a:buSzPts val="2000"/>
              <a:defRPr sz="2000"/>
            </a:lvl2pPr>
          </a:lstStyle>
          <a:p>
            <a:r>
              <a:rPr lang="en-US" sz="1400" dirty="0"/>
              <a:t>Dimension Table contains: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Dimensions of fact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They are joined to Fact table via a foreign key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Dimension tables are de-normalized tables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Types of Dimension tables:-</a:t>
            </a:r>
          </a:p>
          <a:p>
            <a:pPr lvl="2">
              <a:buClr>
                <a:schemeClr val="tx1"/>
              </a:buClr>
              <a:buSzPct val="167000"/>
              <a:buFont typeface="Wingdings" panose="05000000000000000000" pitchFamily="2" charset="2"/>
              <a:buChar char="§"/>
            </a:pPr>
            <a:r>
              <a:rPr lang="en-US" sz="1400" dirty="0"/>
              <a:t>Conformed Dimensions</a:t>
            </a:r>
          </a:p>
          <a:p>
            <a:pPr lvl="2">
              <a:buClr>
                <a:schemeClr val="tx1"/>
              </a:buClr>
              <a:buSzPct val="167000"/>
              <a:buFont typeface="Wingdings" panose="05000000000000000000" pitchFamily="2" charset="2"/>
              <a:buChar char="§"/>
            </a:pPr>
            <a:r>
              <a:rPr lang="en-US" sz="1400" dirty="0"/>
              <a:t>Role-playing Dimensions</a:t>
            </a:r>
          </a:p>
          <a:p>
            <a:pPr lvl="2">
              <a:buClr>
                <a:schemeClr val="tx1"/>
              </a:buClr>
              <a:buSzPct val="167000"/>
              <a:buFont typeface="Wingdings" panose="05000000000000000000" pitchFamily="2" charset="2"/>
              <a:buChar char="§"/>
            </a:pPr>
            <a:r>
              <a:rPr lang="en-US" sz="1400" dirty="0"/>
              <a:t>Slowly changing Dimensions</a:t>
            </a:r>
          </a:p>
          <a:p>
            <a:pPr lvl="2">
              <a:buClr>
                <a:schemeClr val="tx1"/>
              </a:buClr>
              <a:buSzPct val="167000"/>
              <a:buFont typeface="Wingdings" panose="05000000000000000000" pitchFamily="2" charset="2"/>
              <a:buChar char="§"/>
            </a:pPr>
            <a:r>
              <a:rPr lang="en-US" sz="1400" dirty="0"/>
              <a:t>Junk Dimensions</a:t>
            </a:r>
          </a:p>
          <a:p>
            <a:r>
              <a:rPr sz="1400" dirty="0"/>
              <a:t>Fact</a:t>
            </a:r>
            <a:r>
              <a:rPr lang="en-US" sz="1400" dirty="0"/>
              <a:t> table contains:-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Measurements/Facts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Foreign key to dimension table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Types of Fact table:-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400" dirty="0"/>
              <a:t>Additive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400" dirty="0"/>
              <a:t>Semi-additive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400" dirty="0"/>
              <a:t>Non-additive</a:t>
            </a:r>
          </a:p>
        </p:txBody>
      </p:sp>
      <p:sp>
        <p:nvSpPr>
          <p:cNvPr id="82" name="Google Shape;385;p37"/>
          <p:cNvSpPr txBox="1">
            <a:spLocks noGrp="1"/>
          </p:cNvSpPr>
          <p:nvPr>
            <p:ph type="sldNum" sz="quarter" idx="2"/>
          </p:nvPr>
        </p:nvSpPr>
        <p:spPr>
          <a:xfrm>
            <a:off x="8665713" y="6333133"/>
            <a:ext cx="287371" cy="3860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E48E3-68C6-E6C7-DC24-8BDB629AF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 Schema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6FCA45-25E9-5E11-187A-C3BDF328F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859" y="1682267"/>
            <a:ext cx="4590348" cy="401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22891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2E8EC-2CFF-E98C-DF5D-01BDD7CC7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Snowflake Schema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1C40F-14E2-DAF9-8A5A-8783EC646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81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5773F0-88DA-0ED8-2D8C-ABB20B252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055" y="1682267"/>
            <a:ext cx="7685887" cy="355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39122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383;p37"/>
          <p:cNvSpPr txBox="1">
            <a:spLocks noGrp="1"/>
          </p:cNvSpPr>
          <p:nvPr>
            <p:ph type="title"/>
          </p:nvPr>
        </p:nvSpPr>
        <p:spPr>
          <a:xfrm>
            <a:off x="527733" y="271679"/>
            <a:ext cx="7571700" cy="9369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dirty="0"/>
              <a:t>SCD types </a:t>
            </a:r>
          </a:p>
        </p:txBody>
      </p:sp>
      <p:sp>
        <p:nvSpPr>
          <p:cNvPr id="94" name="Google Shape;384;p37"/>
          <p:cNvSpPr txBox="1">
            <a:spLocks noGrp="1"/>
          </p:cNvSpPr>
          <p:nvPr>
            <p:ph type="body" idx="1"/>
          </p:nvPr>
        </p:nvSpPr>
        <p:spPr>
          <a:xfrm>
            <a:off x="527732" y="1453666"/>
            <a:ext cx="8009982" cy="4764902"/>
          </a:xfrm>
          <a:prstGeom prst="rect">
            <a:avLst/>
          </a:prstGeom>
        </p:spPr>
        <p:txBody>
          <a:bodyPr/>
          <a:lstStyle/>
          <a:p>
            <a:pPr marL="342900" indent="-342900">
              <a:lnSpc>
                <a:spcPct val="150000"/>
              </a:lnSpc>
              <a:buSzPts val="2400"/>
              <a:defRPr sz="2400"/>
            </a:pPr>
            <a:r>
              <a:t>A Slowly Changing Dimension (SCD) is a dimension that stores and manages both current and historical data over time in a data warehouse. </a:t>
            </a:r>
          </a:p>
          <a:p>
            <a:pPr marL="342900" indent="-342900">
              <a:lnSpc>
                <a:spcPct val="150000"/>
              </a:lnSpc>
              <a:buSzPts val="2400"/>
              <a:defRPr sz="2400"/>
            </a:pPr>
            <a:r>
              <a:t>It is considered and implemented as one of the most critical ETL tasks in tracking the history of dimension records</a:t>
            </a:r>
          </a:p>
        </p:txBody>
      </p:sp>
      <p:sp>
        <p:nvSpPr>
          <p:cNvPr id="95" name="Google Shape;385;p37"/>
          <p:cNvSpPr txBox="1">
            <a:spLocks noGrp="1"/>
          </p:cNvSpPr>
          <p:nvPr>
            <p:ph type="sldNum" sz="quarter" idx="2"/>
          </p:nvPr>
        </p:nvSpPr>
        <p:spPr>
          <a:xfrm>
            <a:off x="8582921" y="6333133"/>
            <a:ext cx="370163" cy="3860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383;p37"/>
          <p:cNvSpPr txBox="1">
            <a:spLocks noGrp="1"/>
          </p:cNvSpPr>
          <p:nvPr>
            <p:ph type="title"/>
          </p:nvPr>
        </p:nvSpPr>
        <p:spPr>
          <a:xfrm>
            <a:off x="527733" y="271679"/>
            <a:ext cx="7571700" cy="9369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SCD Types </a:t>
            </a:r>
            <a:r>
              <a:rPr dirty="0"/>
              <a:t>Contd..</a:t>
            </a:r>
          </a:p>
        </p:txBody>
      </p:sp>
      <p:sp>
        <p:nvSpPr>
          <p:cNvPr id="98" name="Google Shape;384;p37"/>
          <p:cNvSpPr txBox="1">
            <a:spLocks noGrp="1"/>
          </p:cNvSpPr>
          <p:nvPr>
            <p:ph type="body" idx="1"/>
          </p:nvPr>
        </p:nvSpPr>
        <p:spPr>
          <a:xfrm>
            <a:off x="527731" y="1294640"/>
            <a:ext cx="8546695" cy="4764902"/>
          </a:xfrm>
          <a:prstGeom prst="rect">
            <a:avLst/>
          </a:prstGeom>
        </p:spPr>
        <p:txBody>
          <a:bodyPr/>
          <a:lstStyle/>
          <a:p>
            <a:pPr marL="342900" indent="-342900">
              <a:lnSpc>
                <a:spcPct val="150000"/>
              </a:lnSpc>
              <a:buSzPts val="2400"/>
              <a:defRPr sz="2400"/>
            </a:pPr>
            <a:r>
              <a:rPr lang="en-US" b="0" i="0" dirty="0">
                <a:solidFill>
                  <a:srgbClr val="4A4A4A"/>
                </a:solidFill>
                <a:effectLst/>
                <a:latin typeface="inherit"/>
              </a:rPr>
              <a:t>Type 0: Always retains original</a:t>
            </a:r>
          </a:p>
          <a:p>
            <a:pPr marL="342900" indent="-342900">
              <a:lnSpc>
                <a:spcPct val="150000"/>
              </a:lnSpc>
              <a:buSzPts val="2400"/>
              <a:defRPr sz="2400"/>
            </a:pPr>
            <a:r>
              <a:rPr lang="en-US" b="0" i="0" dirty="0">
                <a:solidFill>
                  <a:srgbClr val="4A4A4A"/>
                </a:solidFill>
                <a:effectLst/>
                <a:latin typeface="inherit"/>
              </a:rPr>
              <a:t>Type 1 : Keeps latest data, old data is overwritten</a:t>
            </a:r>
          </a:p>
          <a:p>
            <a:pPr marL="342900" indent="-342900">
              <a:lnSpc>
                <a:spcPct val="150000"/>
              </a:lnSpc>
              <a:buSzPts val="2400"/>
              <a:defRPr sz="2400"/>
            </a:pPr>
            <a:r>
              <a:rPr lang="en-US" b="0" i="0" dirty="0">
                <a:solidFill>
                  <a:srgbClr val="4A4A4A"/>
                </a:solidFill>
                <a:effectLst/>
                <a:latin typeface="inherit"/>
              </a:rPr>
              <a:t>Type 2 : Keeps the history of old data by adding new row</a:t>
            </a:r>
          </a:p>
          <a:p>
            <a:pPr marL="342900" indent="-342900">
              <a:lnSpc>
                <a:spcPct val="150000"/>
              </a:lnSpc>
              <a:buSzPts val="2400"/>
              <a:defRPr sz="2400"/>
            </a:pPr>
            <a:r>
              <a:rPr lang="en-US" b="0" i="0" dirty="0">
                <a:solidFill>
                  <a:srgbClr val="4A4A4A"/>
                </a:solidFill>
                <a:effectLst/>
                <a:latin typeface="inherit"/>
              </a:rPr>
              <a:t>Type 3 : Adds new attribute to store changed value</a:t>
            </a:r>
          </a:p>
          <a:p>
            <a:pPr marL="342900" indent="-342900">
              <a:lnSpc>
                <a:spcPct val="150000"/>
              </a:lnSpc>
              <a:buSzPts val="2400"/>
              <a:defRPr sz="2400"/>
            </a:pPr>
            <a:r>
              <a:rPr lang="en-US" b="0" i="0" dirty="0">
                <a:solidFill>
                  <a:srgbClr val="4A4A4A"/>
                </a:solidFill>
                <a:effectLst/>
                <a:latin typeface="inherit"/>
              </a:rPr>
              <a:t>Type 4 : Uses separate history table</a:t>
            </a:r>
          </a:p>
          <a:p>
            <a:pPr marL="342900" indent="-342900">
              <a:lnSpc>
                <a:spcPct val="150000"/>
              </a:lnSpc>
              <a:buSzPts val="2400"/>
              <a:defRPr sz="2400"/>
            </a:pPr>
            <a:r>
              <a:rPr lang="en-US" b="0" i="0" dirty="0">
                <a:solidFill>
                  <a:srgbClr val="4A4A4A"/>
                </a:solidFill>
                <a:effectLst/>
                <a:latin typeface="inherit"/>
              </a:rPr>
              <a:t>Type 6 : combination of type 1, 2 and 3</a:t>
            </a:r>
          </a:p>
        </p:txBody>
      </p:sp>
      <p:sp>
        <p:nvSpPr>
          <p:cNvPr id="99" name="Google Shape;385;p37"/>
          <p:cNvSpPr txBox="1">
            <a:spLocks noGrp="1"/>
          </p:cNvSpPr>
          <p:nvPr>
            <p:ph type="sldNum" sz="quarter" idx="2"/>
          </p:nvPr>
        </p:nvSpPr>
        <p:spPr>
          <a:xfrm>
            <a:off x="8573892" y="6333133"/>
            <a:ext cx="379192" cy="3860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383;p37"/>
          <p:cNvSpPr txBox="1">
            <a:spLocks noGrp="1"/>
          </p:cNvSpPr>
          <p:nvPr>
            <p:ph type="title"/>
          </p:nvPr>
        </p:nvSpPr>
        <p:spPr>
          <a:xfrm>
            <a:off x="527733" y="271679"/>
            <a:ext cx="7571700" cy="9369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dirty="0"/>
              <a:t>ETL Loading Strategies</a:t>
            </a:r>
          </a:p>
        </p:txBody>
      </p:sp>
      <p:sp>
        <p:nvSpPr>
          <p:cNvPr id="90" name="Google Shape;384;p37"/>
          <p:cNvSpPr txBox="1">
            <a:spLocks noGrp="1"/>
          </p:cNvSpPr>
          <p:nvPr>
            <p:ph type="body" idx="1"/>
          </p:nvPr>
        </p:nvSpPr>
        <p:spPr>
          <a:xfrm>
            <a:off x="527732" y="1453666"/>
            <a:ext cx="8009982" cy="4764902"/>
          </a:xfrm>
          <a:prstGeom prst="rect">
            <a:avLst/>
          </a:prstGeom>
        </p:spPr>
        <p:txBody>
          <a:bodyPr/>
          <a:lstStyle/>
          <a:p>
            <a:pPr marL="342900" indent="-342900">
              <a:lnSpc>
                <a:spcPct val="150000"/>
              </a:lnSpc>
              <a:buSzPts val="2400"/>
              <a:defRPr sz="2400"/>
            </a:pPr>
            <a:r>
              <a:t>Full Load – Truncate and Load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2000"/>
              <a:defRPr sz="2000"/>
            </a:pPr>
            <a:r>
              <a:t>Truncating the target table before loading new data (Staging Area)</a:t>
            </a:r>
            <a:endParaRPr sz="2400"/>
          </a:p>
          <a:p>
            <a:pPr marL="342900" indent="-342900">
              <a:lnSpc>
                <a:spcPct val="150000"/>
              </a:lnSpc>
              <a:buSzPts val="2400"/>
              <a:defRPr sz="2400"/>
            </a:pPr>
            <a:r>
              <a:t>Incremental Load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2000"/>
              <a:defRPr sz="2000"/>
            </a:pPr>
            <a:r>
              <a:t>Incremental load is a process of loading data incrementally</a:t>
            </a:r>
            <a:endParaRPr sz="2400"/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2000"/>
              <a:defRPr sz="2000"/>
            </a:pPr>
            <a:r>
              <a:t>Only new and changed data is loaded to the destination</a:t>
            </a:r>
            <a:endParaRPr sz="2400"/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2000"/>
              <a:defRPr sz="2000"/>
            </a:pPr>
            <a:r>
              <a:t>Used to keep historical data</a:t>
            </a:r>
            <a:endParaRPr sz="2400"/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2000"/>
              <a:defRPr sz="2000"/>
            </a:pPr>
            <a:r>
              <a:t>Uses Timestamps, Flags, Business key to fetch delta records</a:t>
            </a:r>
          </a:p>
        </p:txBody>
      </p:sp>
      <p:sp>
        <p:nvSpPr>
          <p:cNvPr id="91" name="Google Shape;385;p37"/>
          <p:cNvSpPr txBox="1">
            <a:spLocks noGrp="1"/>
          </p:cNvSpPr>
          <p:nvPr>
            <p:ph type="sldNum" sz="quarter" idx="2"/>
          </p:nvPr>
        </p:nvSpPr>
        <p:spPr>
          <a:xfrm>
            <a:off x="8573892" y="6333133"/>
            <a:ext cx="379192" cy="3860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383;p37"/>
          <p:cNvSpPr txBox="1">
            <a:spLocks noGrp="1"/>
          </p:cNvSpPr>
          <p:nvPr>
            <p:ph type="title"/>
          </p:nvPr>
        </p:nvSpPr>
        <p:spPr>
          <a:xfrm>
            <a:off x="527733" y="271679"/>
            <a:ext cx="7571700" cy="9369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dirty="0"/>
              <a:t>ETL Testing Challenges</a:t>
            </a:r>
          </a:p>
        </p:txBody>
      </p:sp>
      <p:sp>
        <p:nvSpPr>
          <p:cNvPr id="115" name="Google Shape;384;p37"/>
          <p:cNvSpPr txBox="1">
            <a:spLocks noGrp="1"/>
          </p:cNvSpPr>
          <p:nvPr>
            <p:ph type="body" idx="1"/>
          </p:nvPr>
        </p:nvSpPr>
        <p:spPr>
          <a:xfrm>
            <a:off x="527733" y="1453666"/>
            <a:ext cx="7571700" cy="4764902"/>
          </a:xfrm>
          <a:prstGeom prst="rect">
            <a:avLst/>
          </a:prstGeom>
        </p:spPr>
        <p:txBody>
          <a:bodyPr/>
          <a:lstStyle/>
          <a:p>
            <a:pPr marL="342900" indent="-342900">
              <a:lnSpc>
                <a:spcPct val="150000"/>
              </a:lnSpc>
              <a:buSzPts val="2000"/>
              <a:defRPr sz="2000"/>
            </a:pPr>
            <a:r>
              <a:t>Testers have no privileges to execute ETL jobs by their own</a:t>
            </a:r>
          </a:p>
          <a:p>
            <a:pPr marL="342900" indent="-342900">
              <a:lnSpc>
                <a:spcPct val="150000"/>
              </a:lnSpc>
              <a:buSzPts val="2000"/>
              <a:defRPr sz="2000"/>
            </a:pPr>
            <a:r>
              <a:t>Volume and complexity of data are very huge</a:t>
            </a:r>
          </a:p>
          <a:p>
            <a:pPr marL="342900" indent="-342900">
              <a:lnSpc>
                <a:spcPct val="150000"/>
              </a:lnSpc>
              <a:buSzPts val="2000"/>
              <a:defRPr sz="2000"/>
            </a:pPr>
            <a:r>
              <a:t>Incompatible and duplicate data</a:t>
            </a:r>
          </a:p>
          <a:p>
            <a:pPr marL="342900" indent="-342900">
              <a:lnSpc>
                <a:spcPct val="150000"/>
              </a:lnSpc>
              <a:buSzPts val="2000"/>
              <a:defRPr sz="2000"/>
            </a:pPr>
            <a:r>
              <a:t>Loss of data during ETL process</a:t>
            </a:r>
          </a:p>
          <a:p>
            <a:pPr marL="342900" indent="-342900">
              <a:lnSpc>
                <a:spcPct val="150000"/>
              </a:lnSpc>
              <a:buSzPts val="2000"/>
              <a:defRPr sz="2000"/>
            </a:pPr>
            <a:r>
              <a:t>Fault in business process and procedures</a:t>
            </a:r>
          </a:p>
          <a:p>
            <a:pPr marL="342900" indent="-342900">
              <a:lnSpc>
                <a:spcPct val="150000"/>
              </a:lnSpc>
              <a:buSzPts val="2000"/>
              <a:defRPr sz="2000"/>
            </a:pPr>
            <a:r>
              <a:t>Trouble acquiring and building test data</a:t>
            </a:r>
          </a:p>
          <a:p>
            <a:pPr marL="342900" indent="-342900">
              <a:lnSpc>
                <a:spcPct val="150000"/>
              </a:lnSpc>
              <a:buSzPts val="2000"/>
              <a:defRPr sz="2000"/>
            </a:pPr>
            <a:r>
              <a:t>Unstable testing environment</a:t>
            </a:r>
          </a:p>
          <a:p>
            <a:pPr marL="342900" indent="-342900">
              <a:lnSpc>
                <a:spcPct val="150000"/>
              </a:lnSpc>
              <a:buSzPts val="2000"/>
              <a:defRPr sz="2000"/>
            </a:pPr>
            <a:r>
              <a:t>Missing business flow information</a:t>
            </a:r>
          </a:p>
        </p:txBody>
      </p:sp>
      <p:sp>
        <p:nvSpPr>
          <p:cNvPr id="116" name="Google Shape;385;p37"/>
          <p:cNvSpPr txBox="1">
            <a:spLocks noGrp="1"/>
          </p:cNvSpPr>
          <p:nvPr>
            <p:ph type="sldNum" sz="quarter" idx="2"/>
          </p:nvPr>
        </p:nvSpPr>
        <p:spPr>
          <a:xfrm>
            <a:off x="8573892" y="6333133"/>
            <a:ext cx="379192" cy="3860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pic>
        <p:nvPicPr>
          <p:cNvPr id="117" name="Picture 2" descr="Picture 2"/>
          <p:cNvPicPr>
            <a:picLocks noChangeAspect="1"/>
          </p:cNvPicPr>
          <p:nvPr/>
        </p:nvPicPr>
        <p:blipFill>
          <a:blip r:embed="rId2"/>
          <a:srcRect b="10654"/>
          <a:stretch>
            <a:fillRect/>
          </a:stretch>
        </p:blipFill>
        <p:spPr>
          <a:xfrm>
            <a:off x="5735352" y="2792894"/>
            <a:ext cx="3408648" cy="22989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383;p37"/>
          <p:cNvSpPr txBox="1">
            <a:spLocks noGrp="1"/>
          </p:cNvSpPr>
          <p:nvPr>
            <p:ph type="title"/>
          </p:nvPr>
        </p:nvSpPr>
        <p:spPr>
          <a:xfrm>
            <a:off x="527733" y="271679"/>
            <a:ext cx="7571700" cy="9369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dirty="0"/>
              <a:t>Best Practices</a:t>
            </a:r>
          </a:p>
        </p:txBody>
      </p:sp>
      <p:sp>
        <p:nvSpPr>
          <p:cNvPr id="120" name="Google Shape;384;p37"/>
          <p:cNvSpPr txBox="1">
            <a:spLocks noGrp="1"/>
          </p:cNvSpPr>
          <p:nvPr>
            <p:ph type="body" idx="1"/>
          </p:nvPr>
        </p:nvSpPr>
        <p:spPr>
          <a:xfrm>
            <a:off x="527733" y="1453666"/>
            <a:ext cx="8343213" cy="4764902"/>
          </a:xfrm>
          <a:prstGeom prst="rect">
            <a:avLst/>
          </a:prstGeom>
        </p:spPr>
        <p:txBody>
          <a:bodyPr/>
          <a:lstStyle/>
          <a:p>
            <a:pPr marL="342900" indent="-342900">
              <a:lnSpc>
                <a:spcPct val="150000"/>
              </a:lnSpc>
              <a:buSzPts val="2400"/>
              <a:defRPr sz="2400"/>
            </a:pPr>
            <a:r>
              <a:t>Make sure data is transformed correctly</a:t>
            </a:r>
          </a:p>
          <a:p>
            <a:pPr marL="342900" indent="-342900">
              <a:lnSpc>
                <a:spcPct val="150000"/>
              </a:lnSpc>
              <a:buSzPts val="2400"/>
              <a:defRPr sz="2400"/>
            </a:pPr>
            <a:r>
              <a:t>Without any data loss and truncation projected data should be loaded into the data warehouse</a:t>
            </a:r>
          </a:p>
          <a:p>
            <a:pPr marL="342900" indent="-342900">
              <a:lnSpc>
                <a:spcPct val="150000"/>
              </a:lnSpc>
              <a:buSzPts val="2400"/>
              <a:defRPr sz="2400"/>
            </a:pPr>
            <a:r>
              <a:t>Ensure that ETL application appropriately rejects and replaces with default values and reports invalid data</a:t>
            </a:r>
          </a:p>
          <a:p>
            <a:pPr marL="342900" indent="-342900">
              <a:lnSpc>
                <a:spcPct val="150000"/>
              </a:lnSpc>
              <a:buSzPts val="2400"/>
              <a:defRPr sz="2400"/>
            </a:pPr>
            <a:r>
              <a:t>Ensure appropriate load occurs at each data layer</a:t>
            </a:r>
          </a:p>
        </p:txBody>
      </p:sp>
      <p:sp>
        <p:nvSpPr>
          <p:cNvPr id="121" name="Google Shape;385;p37"/>
          <p:cNvSpPr txBox="1">
            <a:spLocks noGrp="1"/>
          </p:cNvSpPr>
          <p:nvPr>
            <p:ph type="sldNum" sz="quarter" idx="2"/>
          </p:nvPr>
        </p:nvSpPr>
        <p:spPr>
          <a:xfrm>
            <a:off x="8573892" y="6333133"/>
            <a:ext cx="379192" cy="3860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383;p37"/>
          <p:cNvSpPr txBox="1">
            <a:spLocks noGrp="1"/>
          </p:cNvSpPr>
          <p:nvPr>
            <p:ph type="title"/>
          </p:nvPr>
        </p:nvSpPr>
        <p:spPr>
          <a:xfrm>
            <a:off x="527733" y="271679"/>
            <a:ext cx="7571700" cy="9369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Contd..</a:t>
            </a:r>
          </a:p>
        </p:txBody>
      </p:sp>
      <p:sp>
        <p:nvSpPr>
          <p:cNvPr id="124" name="Google Shape;384;p37"/>
          <p:cNvSpPr txBox="1">
            <a:spLocks noGrp="1"/>
          </p:cNvSpPr>
          <p:nvPr>
            <p:ph type="body" idx="1"/>
          </p:nvPr>
        </p:nvSpPr>
        <p:spPr>
          <a:xfrm>
            <a:off x="527732" y="1453666"/>
            <a:ext cx="7844088" cy="4764902"/>
          </a:xfrm>
          <a:prstGeom prst="rect">
            <a:avLst/>
          </a:prstGeom>
        </p:spPr>
        <p:txBody>
          <a:bodyPr/>
          <a:lstStyle/>
          <a:p>
            <a:pPr marL="342900" indent="-342900">
              <a:lnSpc>
                <a:spcPct val="150000"/>
              </a:lnSpc>
              <a:buSzPts val="2400"/>
              <a:defRPr sz="2400"/>
            </a:pPr>
            <a:r>
              <a:t>Need to ensure that the data loaded in data warehouse within prescribed and expected time frames to confirm scalability and performance</a:t>
            </a:r>
          </a:p>
          <a:p>
            <a:pPr marL="342900" indent="-342900">
              <a:lnSpc>
                <a:spcPct val="150000"/>
              </a:lnSpc>
              <a:buSzPts val="2400"/>
              <a:defRPr sz="2400"/>
            </a:pPr>
            <a:r>
              <a:t>Ensure records are updated as per appropriate Business Key in the target database tables</a:t>
            </a:r>
          </a:p>
          <a:p>
            <a:pPr marL="342900" indent="-342900">
              <a:lnSpc>
                <a:spcPct val="150000"/>
              </a:lnSpc>
              <a:buSzPts val="2400"/>
              <a:defRPr sz="2400"/>
            </a:pPr>
            <a:r>
              <a:t>Ensure coding standards are in place while designing ETL  mappings</a:t>
            </a:r>
          </a:p>
        </p:txBody>
      </p:sp>
      <p:sp>
        <p:nvSpPr>
          <p:cNvPr id="125" name="Google Shape;385;p37"/>
          <p:cNvSpPr txBox="1">
            <a:spLocks noGrp="1"/>
          </p:cNvSpPr>
          <p:nvPr>
            <p:ph type="sldNum" sz="quarter" idx="2"/>
          </p:nvPr>
        </p:nvSpPr>
        <p:spPr>
          <a:xfrm>
            <a:off x="8573892" y="6333133"/>
            <a:ext cx="379192" cy="3860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375;p36"/>
          <p:cNvSpPr txBox="1">
            <a:spLocks noGrp="1"/>
          </p:cNvSpPr>
          <p:nvPr>
            <p:ph type="title" idx="4294967295"/>
          </p:nvPr>
        </p:nvSpPr>
        <p:spPr>
          <a:xfrm>
            <a:off x="685800" y="587122"/>
            <a:ext cx="7772400" cy="1546501"/>
          </a:xfrm>
          <a:prstGeom prst="rect">
            <a:avLst/>
          </a:prstGeom>
        </p:spPr>
        <p:txBody>
          <a:bodyPr/>
          <a:lstStyle>
            <a:lvl1pPr>
              <a:defRPr sz="6000" b="1"/>
            </a:lvl1pPr>
          </a:lstStyle>
          <a:p>
            <a:r>
              <a:t>Thanks!</a:t>
            </a:r>
          </a:p>
        </p:txBody>
      </p:sp>
      <p:sp>
        <p:nvSpPr>
          <p:cNvPr id="138" name="Google Shape;376;p36"/>
          <p:cNvSpPr txBox="1">
            <a:spLocks noGrp="1"/>
          </p:cNvSpPr>
          <p:nvPr>
            <p:ph type="body" sz="quarter" idx="4294967295"/>
          </p:nvPr>
        </p:nvSpPr>
        <p:spPr>
          <a:xfrm>
            <a:off x="685800" y="2186550"/>
            <a:ext cx="6593700" cy="1046401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  <a:defRPr sz="3600" b="1"/>
            </a:lvl1pPr>
          </a:lstStyle>
          <a:p>
            <a:r>
              <a:t>Any questions?</a:t>
            </a:r>
          </a:p>
        </p:txBody>
      </p:sp>
      <p:sp>
        <p:nvSpPr>
          <p:cNvPr id="139" name="Google Shape;377;p36"/>
          <p:cNvSpPr txBox="1"/>
          <p:nvPr/>
        </p:nvSpPr>
        <p:spPr>
          <a:xfrm>
            <a:off x="1103243" y="3540304"/>
            <a:ext cx="7354957" cy="200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pPr defTabSz="905255">
              <a:spcBef>
                <a:spcPts val="500"/>
              </a:spcBef>
              <a:defRPr sz="1979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endParaRPr dirty="0"/>
          </a:p>
        </p:txBody>
      </p:sp>
      <p:sp>
        <p:nvSpPr>
          <p:cNvPr id="140" name="Google Shape;378;p36"/>
          <p:cNvSpPr txBox="1">
            <a:spLocks noGrp="1"/>
          </p:cNvSpPr>
          <p:nvPr>
            <p:ph type="sldNum" sz="quarter" idx="2"/>
          </p:nvPr>
        </p:nvSpPr>
        <p:spPr>
          <a:xfrm>
            <a:off x="8573892" y="6333133"/>
            <a:ext cx="379192" cy="3860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rdelia template">
  <a:themeElements>
    <a:clrScheme name="Cordelia temp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0000FF"/>
      </a:hlink>
      <a:folHlink>
        <a:srgbClr val="FF00FF"/>
      </a:folHlink>
    </a:clrScheme>
    <a:fontScheme name="Cordelia templat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Cordelia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ordelia template">
  <a:themeElements>
    <a:clrScheme name="Cordelia temp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0000FF"/>
      </a:hlink>
      <a:folHlink>
        <a:srgbClr val="FF00FF"/>
      </a:folHlink>
    </a:clrScheme>
    <a:fontScheme name="Cordelia templat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Cordelia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76a2ae5a-9f00-4f6b-95ed-5d33d77c4d61}" enabled="0" method="" siteId="{76a2ae5a-9f00-4f6b-95ed-5d33d77c4d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2878</TotalTime>
  <Words>1074</Words>
  <Application>Microsoft Office PowerPoint</Application>
  <PresentationFormat>On-screen Show (4:3)</PresentationFormat>
  <Paragraphs>152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Helvetica</vt:lpstr>
      <vt:lpstr>inherit</vt:lpstr>
      <vt:lpstr>Roboto Slab</vt:lpstr>
      <vt:lpstr>Source Sans Pro</vt:lpstr>
      <vt:lpstr>Wingdings</vt:lpstr>
      <vt:lpstr>Cordelia template</vt:lpstr>
      <vt:lpstr>ETL/Datawarehouse Testing                 </vt:lpstr>
      <vt:lpstr>Agenda</vt:lpstr>
      <vt:lpstr>Introduction to Data Warehousing and ETL</vt:lpstr>
      <vt:lpstr>Key Objectives of ETL Testing</vt:lpstr>
      <vt:lpstr>ETL Workflow</vt:lpstr>
      <vt:lpstr>What is Datawarehouse?</vt:lpstr>
      <vt:lpstr>Data Warehouse vs Data Mart - Difference</vt:lpstr>
      <vt:lpstr>Datawarehouse Architecture</vt:lpstr>
      <vt:lpstr>ETL Testing Types</vt:lpstr>
      <vt:lpstr>Contd..</vt:lpstr>
      <vt:lpstr>ETL Testing Process</vt:lpstr>
      <vt:lpstr>Facts and Dimensions</vt:lpstr>
      <vt:lpstr>Star Schema</vt:lpstr>
      <vt:lpstr>Snowflake Schema</vt:lpstr>
      <vt:lpstr>SCD types </vt:lpstr>
      <vt:lpstr>SCD Types Contd..</vt:lpstr>
      <vt:lpstr>ETL Loading Strategies</vt:lpstr>
      <vt:lpstr>ETL Testing Challenges</vt:lpstr>
      <vt:lpstr>Best Practices</vt:lpstr>
      <vt:lpstr>Contd..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ETL Testing                   - Sonal Athale</dc:title>
  <dc:creator>Athale, Sonal</dc:creator>
  <cp:lastModifiedBy>Athale, Sonal</cp:lastModifiedBy>
  <cp:revision>3</cp:revision>
  <dcterms:modified xsi:type="dcterms:W3CDTF">2025-01-17T14:36:23Z</dcterms:modified>
</cp:coreProperties>
</file>