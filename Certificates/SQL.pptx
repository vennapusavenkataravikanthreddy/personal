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75" r:id="rId3"/>
    <p:sldId id="257" r:id="rId4"/>
    <p:sldId id="259" r:id="rId5"/>
    <p:sldId id="272" r:id="rId6"/>
    <p:sldId id="273" r:id="rId7"/>
    <p:sldId id="274" r:id="rId8"/>
    <p:sldId id="260" r:id="rId9"/>
    <p:sldId id="261" r:id="rId10"/>
    <p:sldId id="262" r:id="rId11"/>
    <p:sldId id="263" r:id="rId12"/>
    <p:sldId id="270" r:id="rId13"/>
    <p:sldId id="265" r:id="rId14"/>
    <p:sldId id="266" r:id="rId15"/>
    <p:sldId id="267" r:id="rId16"/>
    <p:sldId id="264" r:id="rId17"/>
    <p:sldId id="268" r:id="rId18"/>
    <p:sldId id="269" r:id="rId19"/>
    <p:sldId id="271"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B7512B-5666-47A1-BBCB-3FEEDE8C078A}" type="doc">
      <dgm:prSet loTypeId="urn:microsoft.com/office/officeart/2005/8/layout/radial5" loCatId="cycle" qsTypeId="urn:microsoft.com/office/officeart/2005/8/quickstyle/3d3" qsCatId="3D" csTypeId="urn:microsoft.com/office/officeart/2005/8/colors/accent0_3" csCatId="mainScheme" phldr="1"/>
      <dgm:spPr/>
      <dgm:t>
        <a:bodyPr/>
        <a:lstStyle/>
        <a:p>
          <a:endParaRPr lang="en-IN"/>
        </a:p>
      </dgm:t>
    </dgm:pt>
    <dgm:pt modelId="{913BA39C-0C9A-447B-B87A-16118739EBA9}">
      <dgm:prSet phldrT="[Text]" custT="1"/>
      <dgm:spPr/>
      <dgm:t>
        <a:bodyPr/>
        <a:lstStyle/>
        <a:p>
          <a:r>
            <a:rPr lang="en-IN" sz="2800" b="1" i="0" u="none" dirty="0"/>
            <a:t>SQL</a:t>
          </a:r>
          <a:endParaRPr lang="en-IN" sz="2800" b="1" dirty="0"/>
        </a:p>
      </dgm:t>
    </dgm:pt>
    <dgm:pt modelId="{54A212B9-1C32-4BF3-B9D5-4B45C33292AB}" type="parTrans" cxnId="{9DBBA3A4-3396-4326-B1A5-97ED99AC329D}">
      <dgm:prSet/>
      <dgm:spPr/>
      <dgm:t>
        <a:bodyPr/>
        <a:lstStyle/>
        <a:p>
          <a:endParaRPr lang="en-IN" sz="1400"/>
        </a:p>
      </dgm:t>
    </dgm:pt>
    <dgm:pt modelId="{3B1BB0A4-9355-4084-A86C-F7D80D068001}" type="sibTrans" cxnId="{9DBBA3A4-3396-4326-B1A5-97ED99AC329D}">
      <dgm:prSet/>
      <dgm:spPr/>
      <dgm:t>
        <a:bodyPr/>
        <a:lstStyle/>
        <a:p>
          <a:endParaRPr lang="en-IN" sz="1400"/>
        </a:p>
      </dgm:t>
    </dgm:pt>
    <dgm:pt modelId="{DB18937C-8FFA-46C2-8AAF-7002710ADF5A}">
      <dgm:prSet phldrT="[Text]" custT="1"/>
      <dgm:spPr/>
      <dgm:t>
        <a:bodyPr/>
        <a:lstStyle/>
        <a:p>
          <a:r>
            <a:rPr lang="en-IN" sz="1400" b="1" dirty="0"/>
            <a:t>OPERATORS</a:t>
          </a:r>
        </a:p>
      </dgm:t>
    </dgm:pt>
    <dgm:pt modelId="{48A8F9DF-BE0B-44D4-B6F0-D64A59957C4D}" type="parTrans" cxnId="{06BE1DED-75D7-4B6A-B665-0B83219808E4}">
      <dgm:prSet custT="1"/>
      <dgm:spPr/>
      <dgm:t>
        <a:bodyPr/>
        <a:lstStyle/>
        <a:p>
          <a:endParaRPr lang="en-IN" sz="1400"/>
        </a:p>
      </dgm:t>
    </dgm:pt>
    <dgm:pt modelId="{06910C9B-86EC-4440-93DA-36BBEAB6660C}" type="sibTrans" cxnId="{06BE1DED-75D7-4B6A-B665-0B83219808E4}">
      <dgm:prSet/>
      <dgm:spPr/>
      <dgm:t>
        <a:bodyPr/>
        <a:lstStyle/>
        <a:p>
          <a:endParaRPr lang="en-IN" sz="1400"/>
        </a:p>
      </dgm:t>
    </dgm:pt>
    <dgm:pt modelId="{46DC4FD8-816F-469B-8F49-17252580D840}">
      <dgm:prSet phldrT="[Text]" custT="1"/>
      <dgm:spPr/>
      <dgm:t>
        <a:bodyPr/>
        <a:lstStyle/>
        <a:p>
          <a:r>
            <a:rPr lang="en-IN" sz="1400" b="1"/>
            <a:t>FUNCTIONS</a:t>
          </a:r>
        </a:p>
      </dgm:t>
    </dgm:pt>
    <dgm:pt modelId="{4D8CF0F1-FB71-43A8-A29E-05C29BB4144E}" type="parTrans" cxnId="{8F37E7AD-889E-410D-A925-978B8703F5CA}">
      <dgm:prSet custT="1"/>
      <dgm:spPr/>
      <dgm:t>
        <a:bodyPr/>
        <a:lstStyle/>
        <a:p>
          <a:endParaRPr lang="en-IN" sz="1400"/>
        </a:p>
      </dgm:t>
    </dgm:pt>
    <dgm:pt modelId="{6EE162A7-A53C-4536-843F-087E6F489BDD}" type="sibTrans" cxnId="{8F37E7AD-889E-410D-A925-978B8703F5CA}">
      <dgm:prSet/>
      <dgm:spPr/>
      <dgm:t>
        <a:bodyPr/>
        <a:lstStyle/>
        <a:p>
          <a:endParaRPr lang="en-IN" sz="1400"/>
        </a:p>
      </dgm:t>
    </dgm:pt>
    <dgm:pt modelId="{38B8B8C9-6689-452D-8A33-030DDBB9A5C7}">
      <dgm:prSet phldrT="[Text]" custT="1"/>
      <dgm:spPr/>
      <dgm:t>
        <a:bodyPr/>
        <a:lstStyle/>
        <a:p>
          <a:r>
            <a:rPr lang="en-IN" sz="1400" b="1" dirty="0"/>
            <a:t>CLAUSE</a:t>
          </a:r>
        </a:p>
      </dgm:t>
    </dgm:pt>
    <dgm:pt modelId="{2C9E7B8F-EEF0-4C3B-8D3C-71E7C314A96B}" type="parTrans" cxnId="{033DFF79-FC3E-417F-9389-A3E3066E0A0A}">
      <dgm:prSet custT="1"/>
      <dgm:spPr/>
      <dgm:t>
        <a:bodyPr/>
        <a:lstStyle/>
        <a:p>
          <a:endParaRPr lang="en-IN" sz="1400"/>
        </a:p>
      </dgm:t>
    </dgm:pt>
    <dgm:pt modelId="{0DBFA0FF-036F-4691-8B08-E913C80F96B2}" type="sibTrans" cxnId="{033DFF79-FC3E-417F-9389-A3E3066E0A0A}">
      <dgm:prSet/>
      <dgm:spPr/>
      <dgm:t>
        <a:bodyPr/>
        <a:lstStyle/>
        <a:p>
          <a:endParaRPr lang="en-IN" sz="1400"/>
        </a:p>
      </dgm:t>
    </dgm:pt>
    <dgm:pt modelId="{577BED11-8D28-4647-B5B0-62F080D0147C}">
      <dgm:prSet phldrT="[Text]" custT="1"/>
      <dgm:spPr/>
      <dgm:t>
        <a:bodyPr/>
        <a:lstStyle/>
        <a:p>
          <a:r>
            <a:rPr lang="en-IN" sz="1400" b="1" dirty="0"/>
            <a:t>JOINS</a:t>
          </a:r>
        </a:p>
      </dgm:t>
    </dgm:pt>
    <dgm:pt modelId="{79695883-C913-4859-A267-FE6D154C116D}" type="parTrans" cxnId="{E986BB8E-033D-476E-8CC1-5771EDEC6211}">
      <dgm:prSet custT="1"/>
      <dgm:spPr/>
      <dgm:t>
        <a:bodyPr/>
        <a:lstStyle/>
        <a:p>
          <a:endParaRPr lang="en-IN" sz="1400"/>
        </a:p>
      </dgm:t>
    </dgm:pt>
    <dgm:pt modelId="{73613319-5E29-4E6D-BAEC-F97092CB06B3}" type="sibTrans" cxnId="{E986BB8E-033D-476E-8CC1-5771EDEC6211}">
      <dgm:prSet/>
      <dgm:spPr/>
      <dgm:t>
        <a:bodyPr/>
        <a:lstStyle/>
        <a:p>
          <a:endParaRPr lang="en-IN" sz="1400"/>
        </a:p>
      </dgm:t>
    </dgm:pt>
    <dgm:pt modelId="{BD402697-2109-4C0E-AF7E-C5658627AEAD}">
      <dgm:prSet phldrT="[Text]" custT="1"/>
      <dgm:spPr/>
      <dgm:t>
        <a:bodyPr/>
        <a:lstStyle/>
        <a:p>
          <a:r>
            <a:rPr lang="en-IN" sz="1400" b="1" dirty="0"/>
            <a:t>SET OPERATORS</a:t>
          </a:r>
        </a:p>
      </dgm:t>
    </dgm:pt>
    <dgm:pt modelId="{C2172561-97A1-4FF9-A41F-7A0DC1781E2D}" type="parTrans" cxnId="{5BA1AA51-F060-430C-A7A6-5226B13C525E}">
      <dgm:prSet custT="1"/>
      <dgm:spPr/>
      <dgm:t>
        <a:bodyPr/>
        <a:lstStyle/>
        <a:p>
          <a:endParaRPr lang="en-IN" sz="1400"/>
        </a:p>
      </dgm:t>
    </dgm:pt>
    <dgm:pt modelId="{E946A9A9-0EE3-4BD8-AFB9-9D06A0C647F7}" type="sibTrans" cxnId="{5BA1AA51-F060-430C-A7A6-5226B13C525E}">
      <dgm:prSet/>
      <dgm:spPr/>
      <dgm:t>
        <a:bodyPr/>
        <a:lstStyle/>
        <a:p>
          <a:endParaRPr lang="en-IN" sz="1400"/>
        </a:p>
      </dgm:t>
    </dgm:pt>
    <dgm:pt modelId="{5A01CB45-B1C0-46CF-80A2-CA308FADB0A0}">
      <dgm:prSet phldrT="[Text]" custT="1"/>
      <dgm:spPr/>
      <dgm:t>
        <a:bodyPr/>
        <a:lstStyle/>
        <a:p>
          <a:r>
            <a:rPr lang="en-IN" sz="1400" b="1" dirty="0"/>
            <a:t>CONSTRAINTS</a:t>
          </a:r>
        </a:p>
      </dgm:t>
    </dgm:pt>
    <dgm:pt modelId="{AD3C9F31-9491-4EF3-BC2C-1D118F4E4304}" type="parTrans" cxnId="{5AFB8070-CACE-4EC2-B104-7217120C4D6F}">
      <dgm:prSet custT="1"/>
      <dgm:spPr/>
      <dgm:t>
        <a:bodyPr/>
        <a:lstStyle/>
        <a:p>
          <a:endParaRPr lang="en-IN" sz="1400"/>
        </a:p>
      </dgm:t>
    </dgm:pt>
    <dgm:pt modelId="{161AEA56-8655-48A0-8F07-27A43954C142}" type="sibTrans" cxnId="{5AFB8070-CACE-4EC2-B104-7217120C4D6F}">
      <dgm:prSet/>
      <dgm:spPr/>
      <dgm:t>
        <a:bodyPr/>
        <a:lstStyle/>
        <a:p>
          <a:endParaRPr lang="en-IN" sz="1400"/>
        </a:p>
      </dgm:t>
    </dgm:pt>
    <dgm:pt modelId="{9D70876B-8097-42DC-BDA2-22D35D110485}">
      <dgm:prSet phldrT="[Text]" custT="1"/>
      <dgm:spPr/>
      <dgm:t>
        <a:bodyPr/>
        <a:lstStyle/>
        <a:p>
          <a:r>
            <a:rPr lang="en-IN" sz="1400" b="1" dirty="0"/>
            <a:t>STATEMENTS</a:t>
          </a:r>
        </a:p>
      </dgm:t>
    </dgm:pt>
    <dgm:pt modelId="{BE6DD054-4C70-4402-93DE-A3A75E177644}" type="parTrans" cxnId="{8597032B-AF76-4A3E-A248-ADC4E54CFC8E}">
      <dgm:prSet custT="1"/>
      <dgm:spPr/>
      <dgm:t>
        <a:bodyPr/>
        <a:lstStyle/>
        <a:p>
          <a:endParaRPr lang="en-IN" sz="1400"/>
        </a:p>
      </dgm:t>
    </dgm:pt>
    <dgm:pt modelId="{5BA4E5DD-E87F-4323-8B48-3217E2E0F466}" type="sibTrans" cxnId="{8597032B-AF76-4A3E-A248-ADC4E54CFC8E}">
      <dgm:prSet/>
      <dgm:spPr/>
      <dgm:t>
        <a:bodyPr/>
        <a:lstStyle/>
        <a:p>
          <a:endParaRPr lang="en-IN" sz="1400"/>
        </a:p>
      </dgm:t>
    </dgm:pt>
    <dgm:pt modelId="{93780B4B-7F95-432F-9C90-83000C07F360}" type="pres">
      <dgm:prSet presAssocID="{EBB7512B-5666-47A1-BBCB-3FEEDE8C078A}" presName="Name0" presStyleCnt="0">
        <dgm:presLayoutVars>
          <dgm:chMax val="1"/>
          <dgm:dir/>
          <dgm:animLvl val="ctr"/>
          <dgm:resizeHandles val="exact"/>
        </dgm:presLayoutVars>
      </dgm:prSet>
      <dgm:spPr/>
    </dgm:pt>
    <dgm:pt modelId="{4A0D14BF-84D6-437A-ACC5-2A43E8F9B75F}" type="pres">
      <dgm:prSet presAssocID="{913BA39C-0C9A-447B-B87A-16118739EBA9}" presName="centerShape" presStyleLbl="node0" presStyleIdx="0" presStyleCnt="1"/>
      <dgm:spPr/>
    </dgm:pt>
    <dgm:pt modelId="{5EED563B-EBC6-48A9-A0DD-32775E5BC451}" type="pres">
      <dgm:prSet presAssocID="{48A8F9DF-BE0B-44D4-B6F0-D64A59957C4D}" presName="parTrans" presStyleLbl="sibTrans2D1" presStyleIdx="0" presStyleCnt="7"/>
      <dgm:spPr/>
    </dgm:pt>
    <dgm:pt modelId="{8FABD346-712A-41F4-A3EB-53301DCCDDCF}" type="pres">
      <dgm:prSet presAssocID="{48A8F9DF-BE0B-44D4-B6F0-D64A59957C4D}" presName="connectorText" presStyleLbl="sibTrans2D1" presStyleIdx="0" presStyleCnt="7"/>
      <dgm:spPr/>
    </dgm:pt>
    <dgm:pt modelId="{2DC32194-0647-4990-AAE9-1D4CB336D2D7}" type="pres">
      <dgm:prSet presAssocID="{DB18937C-8FFA-46C2-8AAF-7002710ADF5A}" presName="node" presStyleLbl="node1" presStyleIdx="0" presStyleCnt="7" custScaleX="120500">
        <dgm:presLayoutVars>
          <dgm:bulletEnabled val="1"/>
        </dgm:presLayoutVars>
      </dgm:prSet>
      <dgm:spPr/>
    </dgm:pt>
    <dgm:pt modelId="{D455CDAB-F95B-4C8B-ACF3-5962B5331736}" type="pres">
      <dgm:prSet presAssocID="{4D8CF0F1-FB71-43A8-A29E-05C29BB4144E}" presName="parTrans" presStyleLbl="sibTrans2D1" presStyleIdx="1" presStyleCnt="7"/>
      <dgm:spPr/>
    </dgm:pt>
    <dgm:pt modelId="{7BF3A29B-E53F-40BF-A158-A9B10693C3CB}" type="pres">
      <dgm:prSet presAssocID="{4D8CF0F1-FB71-43A8-A29E-05C29BB4144E}" presName="connectorText" presStyleLbl="sibTrans2D1" presStyleIdx="1" presStyleCnt="7"/>
      <dgm:spPr/>
    </dgm:pt>
    <dgm:pt modelId="{FFA0E450-7571-422C-B0F2-7ABE2409554C}" type="pres">
      <dgm:prSet presAssocID="{46DC4FD8-816F-469B-8F49-17252580D840}" presName="node" presStyleLbl="node1" presStyleIdx="1" presStyleCnt="7" custScaleX="120962">
        <dgm:presLayoutVars>
          <dgm:bulletEnabled val="1"/>
        </dgm:presLayoutVars>
      </dgm:prSet>
      <dgm:spPr/>
    </dgm:pt>
    <dgm:pt modelId="{1636D4D0-B452-435F-8C67-E9F624875735}" type="pres">
      <dgm:prSet presAssocID="{2C9E7B8F-EEF0-4C3B-8D3C-71E7C314A96B}" presName="parTrans" presStyleLbl="sibTrans2D1" presStyleIdx="2" presStyleCnt="7"/>
      <dgm:spPr/>
    </dgm:pt>
    <dgm:pt modelId="{53DA431D-E2E7-4D82-8B9B-5984568B3B67}" type="pres">
      <dgm:prSet presAssocID="{2C9E7B8F-EEF0-4C3B-8D3C-71E7C314A96B}" presName="connectorText" presStyleLbl="sibTrans2D1" presStyleIdx="2" presStyleCnt="7"/>
      <dgm:spPr/>
    </dgm:pt>
    <dgm:pt modelId="{69B3E490-E502-491D-9D0C-C64F7841E0A4}" type="pres">
      <dgm:prSet presAssocID="{38B8B8C9-6689-452D-8A33-030DDBB9A5C7}" presName="node" presStyleLbl="node1" presStyleIdx="2" presStyleCnt="7" custScaleX="124877">
        <dgm:presLayoutVars>
          <dgm:bulletEnabled val="1"/>
        </dgm:presLayoutVars>
      </dgm:prSet>
      <dgm:spPr/>
    </dgm:pt>
    <dgm:pt modelId="{6909E2D1-983C-43C0-B0B0-0B1966359966}" type="pres">
      <dgm:prSet presAssocID="{79695883-C913-4859-A267-FE6D154C116D}" presName="parTrans" presStyleLbl="sibTrans2D1" presStyleIdx="3" presStyleCnt="7"/>
      <dgm:spPr/>
    </dgm:pt>
    <dgm:pt modelId="{F4539315-B9FE-4E02-AE34-7C33DC8879E4}" type="pres">
      <dgm:prSet presAssocID="{79695883-C913-4859-A267-FE6D154C116D}" presName="connectorText" presStyleLbl="sibTrans2D1" presStyleIdx="3" presStyleCnt="7"/>
      <dgm:spPr/>
    </dgm:pt>
    <dgm:pt modelId="{9116DE8D-7B50-470F-AE80-B4EE8796121A}" type="pres">
      <dgm:prSet presAssocID="{577BED11-8D28-4647-B5B0-62F080D0147C}" presName="node" presStyleLbl="node1" presStyleIdx="3" presStyleCnt="7" custScaleX="133335">
        <dgm:presLayoutVars>
          <dgm:bulletEnabled val="1"/>
        </dgm:presLayoutVars>
      </dgm:prSet>
      <dgm:spPr/>
    </dgm:pt>
    <dgm:pt modelId="{78ED0AAB-ADEA-4502-836F-B9526F272C6E}" type="pres">
      <dgm:prSet presAssocID="{C2172561-97A1-4FF9-A41F-7A0DC1781E2D}" presName="parTrans" presStyleLbl="sibTrans2D1" presStyleIdx="4" presStyleCnt="7"/>
      <dgm:spPr/>
    </dgm:pt>
    <dgm:pt modelId="{EC686F9E-3182-4449-9543-14E6106B39BC}" type="pres">
      <dgm:prSet presAssocID="{C2172561-97A1-4FF9-A41F-7A0DC1781E2D}" presName="connectorText" presStyleLbl="sibTrans2D1" presStyleIdx="4" presStyleCnt="7"/>
      <dgm:spPr/>
    </dgm:pt>
    <dgm:pt modelId="{701A3AAE-F668-47C2-8AD9-CAD49AC9AF8D}" type="pres">
      <dgm:prSet presAssocID="{BD402697-2109-4C0E-AF7E-C5658627AEAD}" presName="node" presStyleLbl="node1" presStyleIdx="4" presStyleCnt="7" custScaleX="124299">
        <dgm:presLayoutVars>
          <dgm:bulletEnabled val="1"/>
        </dgm:presLayoutVars>
      </dgm:prSet>
      <dgm:spPr/>
    </dgm:pt>
    <dgm:pt modelId="{654CBB52-0E88-4E71-A4A7-CA305414CC81}" type="pres">
      <dgm:prSet presAssocID="{AD3C9F31-9491-4EF3-BC2C-1D118F4E4304}" presName="parTrans" presStyleLbl="sibTrans2D1" presStyleIdx="5" presStyleCnt="7"/>
      <dgm:spPr/>
    </dgm:pt>
    <dgm:pt modelId="{F2AA618A-C7A5-42D9-BB74-A610DD07BD1F}" type="pres">
      <dgm:prSet presAssocID="{AD3C9F31-9491-4EF3-BC2C-1D118F4E4304}" presName="connectorText" presStyleLbl="sibTrans2D1" presStyleIdx="5" presStyleCnt="7"/>
      <dgm:spPr/>
    </dgm:pt>
    <dgm:pt modelId="{710C0ADE-4389-41FC-9300-3BE5FCEA1EC5}" type="pres">
      <dgm:prSet presAssocID="{5A01CB45-B1C0-46CF-80A2-CA308FADB0A0}" presName="node" presStyleLbl="node1" presStyleIdx="5" presStyleCnt="7" custScaleX="125331">
        <dgm:presLayoutVars>
          <dgm:bulletEnabled val="1"/>
        </dgm:presLayoutVars>
      </dgm:prSet>
      <dgm:spPr/>
    </dgm:pt>
    <dgm:pt modelId="{A53486BD-CD27-4886-B9F5-80CBAA1A1488}" type="pres">
      <dgm:prSet presAssocID="{BE6DD054-4C70-4402-93DE-A3A75E177644}" presName="parTrans" presStyleLbl="sibTrans2D1" presStyleIdx="6" presStyleCnt="7"/>
      <dgm:spPr/>
    </dgm:pt>
    <dgm:pt modelId="{05C8F5F9-0D8A-4A46-9FB9-149DC30E5CBF}" type="pres">
      <dgm:prSet presAssocID="{BE6DD054-4C70-4402-93DE-A3A75E177644}" presName="connectorText" presStyleLbl="sibTrans2D1" presStyleIdx="6" presStyleCnt="7"/>
      <dgm:spPr/>
    </dgm:pt>
    <dgm:pt modelId="{D7A80639-23EA-411E-9C8B-64A016FE4B20}" type="pres">
      <dgm:prSet presAssocID="{9D70876B-8097-42DC-BDA2-22D35D110485}" presName="node" presStyleLbl="node1" presStyleIdx="6" presStyleCnt="7" custScaleX="121720">
        <dgm:presLayoutVars>
          <dgm:bulletEnabled val="1"/>
        </dgm:presLayoutVars>
      </dgm:prSet>
      <dgm:spPr/>
    </dgm:pt>
  </dgm:ptLst>
  <dgm:cxnLst>
    <dgm:cxn modelId="{4E95201E-122B-4D52-9AFA-5E747E832CD3}" type="presOf" srcId="{79695883-C913-4859-A267-FE6D154C116D}" destId="{6909E2D1-983C-43C0-B0B0-0B1966359966}" srcOrd="0" destOrd="0" presId="urn:microsoft.com/office/officeart/2005/8/layout/radial5"/>
    <dgm:cxn modelId="{60E9FC22-83D9-4B43-AE58-5916F0B2C74F}" type="presOf" srcId="{48A8F9DF-BE0B-44D4-B6F0-D64A59957C4D}" destId="{5EED563B-EBC6-48A9-A0DD-32775E5BC451}" srcOrd="0" destOrd="0" presId="urn:microsoft.com/office/officeart/2005/8/layout/radial5"/>
    <dgm:cxn modelId="{261F6726-377A-4623-AF5D-0ACDE510A3B6}" type="presOf" srcId="{2C9E7B8F-EEF0-4C3B-8D3C-71E7C314A96B}" destId="{1636D4D0-B452-435F-8C67-E9F624875735}" srcOrd="0" destOrd="0" presId="urn:microsoft.com/office/officeart/2005/8/layout/radial5"/>
    <dgm:cxn modelId="{A10AE327-C8F3-4FD1-8342-0A7EED984D20}" type="presOf" srcId="{DB18937C-8FFA-46C2-8AAF-7002710ADF5A}" destId="{2DC32194-0647-4990-AAE9-1D4CB336D2D7}" srcOrd="0" destOrd="0" presId="urn:microsoft.com/office/officeart/2005/8/layout/radial5"/>
    <dgm:cxn modelId="{8597032B-AF76-4A3E-A248-ADC4E54CFC8E}" srcId="{913BA39C-0C9A-447B-B87A-16118739EBA9}" destId="{9D70876B-8097-42DC-BDA2-22D35D110485}" srcOrd="6" destOrd="0" parTransId="{BE6DD054-4C70-4402-93DE-A3A75E177644}" sibTransId="{5BA4E5DD-E87F-4323-8B48-3217E2E0F466}"/>
    <dgm:cxn modelId="{06C6583F-82D6-44B5-AD21-16723CA03FD3}" type="presOf" srcId="{AD3C9F31-9491-4EF3-BC2C-1D118F4E4304}" destId="{F2AA618A-C7A5-42D9-BB74-A610DD07BD1F}" srcOrd="1" destOrd="0" presId="urn:microsoft.com/office/officeart/2005/8/layout/radial5"/>
    <dgm:cxn modelId="{D822AC62-F43F-4718-9B73-6A51DA27F7DE}" type="presOf" srcId="{EBB7512B-5666-47A1-BBCB-3FEEDE8C078A}" destId="{93780B4B-7F95-432F-9C90-83000C07F360}" srcOrd="0" destOrd="0" presId="urn:microsoft.com/office/officeart/2005/8/layout/radial5"/>
    <dgm:cxn modelId="{1ABD2167-62DD-47E6-A960-04A8B17EFE61}" type="presOf" srcId="{4D8CF0F1-FB71-43A8-A29E-05C29BB4144E}" destId="{7BF3A29B-E53F-40BF-A158-A9B10693C3CB}" srcOrd="1" destOrd="0" presId="urn:microsoft.com/office/officeart/2005/8/layout/radial5"/>
    <dgm:cxn modelId="{0C0CFF6E-808F-4A0D-8E59-137900990A0D}" type="presOf" srcId="{BE6DD054-4C70-4402-93DE-A3A75E177644}" destId="{05C8F5F9-0D8A-4A46-9FB9-149DC30E5CBF}" srcOrd="1" destOrd="0" presId="urn:microsoft.com/office/officeart/2005/8/layout/radial5"/>
    <dgm:cxn modelId="{5AFB8070-CACE-4EC2-B104-7217120C4D6F}" srcId="{913BA39C-0C9A-447B-B87A-16118739EBA9}" destId="{5A01CB45-B1C0-46CF-80A2-CA308FADB0A0}" srcOrd="5" destOrd="0" parTransId="{AD3C9F31-9491-4EF3-BC2C-1D118F4E4304}" sibTransId="{161AEA56-8655-48A0-8F07-27A43954C142}"/>
    <dgm:cxn modelId="{5BA1AA51-F060-430C-A7A6-5226B13C525E}" srcId="{913BA39C-0C9A-447B-B87A-16118739EBA9}" destId="{BD402697-2109-4C0E-AF7E-C5658627AEAD}" srcOrd="4" destOrd="0" parTransId="{C2172561-97A1-4FF9-A41F-7A0DC1781E2D}" sibTransId="{E946A9A9-0EE3-4BD8-AFB9-9D06A0C647F7}"/>
    <dgm:cxn modelId="{033DFF79-FC3E-417F-9389-A3E3066E0A0A}" srcId="{913BA39C-0C9A-447B-B87A-16118739EBA9}" destId="{38B8B8C9-6689-452D-8A33-030DDBB9A5C7}" srcOrd="2" destOrd="0" parTransId="{2C9E7B8F-EEF0-4C3B-8D3C-71E7C314A96B}" sibTransId="{0DBFA0FF-036F-4691-8B08-E913C80F96B2}"/>
    <dgm:cxn modelId="{83F0F55A-3CB4-4CB4-B64F-DF72485B5DB8}" type="presOf" srcId="{AD3C9F31-9491-4EF3-BC2C-1D118F4E4304}" destId="{654CBB52-0E88-4E71-A4A7-CA305414CC81}" srcOrd="0" destOrd="0" presId="urn:microsoft.com/office/officeart/2005/8/layout/radial5"/>
    <dgm:cxn modelId="{984D1385-AD10-4F6E-A84A-1AF9363F6BC0}" type="presOf" srcId="{48A8F9DF-BE0B-44D4-B6F0-D64A59957C4D}" destId="{8FABD346-712A-41F4-A3EB-53301DCCDDCF}" srcOrd="1" destOrd="0" presId="urn:microsoft.com/office/officeart/2005/8/layout/radial5"/>
    <dgm:cxn modelId="{2B219388-78C8-4FD1-8960-176FB143D48B}" type="presOf" srcId="{2C9E7B8F-EEF0-4C3B-8D3C-71E7C314A96B}" destId="{53DA431D-E2E7-4D82-8B9B-5984568B3B67}" srcOrd="1" destOrd="0" presId="urn:microsoft.com/office/officeart/2005/8/layout/radial5"/>
    <dgm:cxn modelId="{08D2378E-9172-40F1-876B-8B434FB96557}" type="presOf" srcId="{38B8B8C9-6689-452D-8A33-030DDBB9A5C7}" destId="{69B3E490-E502-491D-9D0C-C64F7841E0A4}" srcOrd="0" destOrd="0" presId="urn:microsoft.com/office/officeart/2005/8/layout/radial5"/>
    <dgm:cxn modelId="{E986BB8E-033D-476E-8CC1-5771EDEC6211}" srcId="{913BA39C-0C9A-447B-B87A-16118739EBA9}" destId="{577BED11-8D28-4647-B5B0-62F080D0147C}" srcOrd="3" destOrd="0" parTransId="{79695883-C913-4859-A267-FE6D154C116D}" sibTransId="{73613319-5E29-4E6D-BAEC-F97092CB06B3}"/>
    <dgm:cxn modelId="{9DBBA3A4-3396-4326-B1A5-97ED99AC329D}" srcId="{EBB7512B-5666-47A1-BBCB-3FEEDE8C078A}" destId="{913BA39C-0C9A-447B-B87A-16118739EBA9}" srcOrd="0" destOrd="0" parTransId="{54A212B9-1C32-4BF3-B9D5-4B45C33292AB}" sibTransId="{3B1BB0A4-9355-4084-A86C-F7D80D068001}"/>
    <dgm:cxn modelId="{8F37E7AD-889E-410D-A925-978B8703F5CA}" srcId="{913BA39C-0C9A-447B-B87A-16118739EBA9}" destId="{46DC4FD8-816F-469B-8F49-17252580D840}" srcOrd="1" destOrd="0" parTransId="{4D8CF0F1-FB71-43A8-A29E-05C29BB4144E}" sibTransId="{6EE162A7-A53C-4536-843F-087E6F489BDD}"/>
    <dgm:cxn modelId="{4B2F00B9-4C74-49B5-A9DA-764320982983}" type="presOf" srcId="{9D70876B-8097-42DC-BDA2-22D35D110485}" destId="{D7A80639-23EA-411E-9C8B-64A016FE4B20}" srcOrd="0" destOrd="0" presId="urn:microsoft.com/office/officeart/2005/8/layout/radial5"/>
    <dgm:cxn modelId="{335944BB-10B2-4394-BEA1-A4B2AC3006C0}" type="presOf" srcId="{5A01CB45-B1C0-46CF-80A2-CA308FADB0A0}" destId="{710C0ADE-4389-41FC-9300-3BE5FCEA1EC5}" srcOrd="0" destOrd="0" presId="urn:microsoft.com/office/officeart/2005/8/layout/radial5"/>
    <dgm:cxn modelId="{8293E1BF-534C-4A62-85BF-B4862291A961}" type="presOf" srcId="{C2172561-97A1-4FF9-A41F-7A0DC1781E2D}" destId="{EC686F9E-3182-4449-9543-14E6106B39BC}" srcOrd="1" destOrd="0" presId="urn:microsoft.com/office/officeart/2005/8/layout/radial5"/>
    <dgm:cxn modelId="{66240DC1-3C43-4EB4-A393-F5340DCE0B1D}" type="presOf" srcId="{46DC4FD8-816F-469B-8F49-17252580D840}" destId="{FFA0E450-7571-422C-B0F2-7ABE2409554C}" srcOrd="0" destOrd="0" presId="urn:microsoft.com/office/officeart/2005/8/layout/radial5"/>
    <dgm:cxn modelId="{A0FB81CA-AF26-4C84-82CF-2F78535956C3}" type="presOf" srcId="{C2172561-97A1-4FF9-A41F-7A0DC1781E2D}" destId="{78ED0AAB-ADEA-4502-836F-B9526F272C6E}" srcOrd="0" destOrd="0" presId="urn:microsoft.com/office/officeart/2005/8/layout/radial5"/>
    <dgm:cxn modelId="{0645A4D3-685B-4733-84A6-8F4C2AF639DC}" type="presOf" srcId="{913BA39C-0C9A-447B-B87A-16118739EBA9}" destId="{4A0D14BF-84D6-437A-ACC5-2A43E8F9B75F}" srcOrd="0" destOrd="0" presId="urn:microsoft.com/office/officeart/2005/8/layout/radial5"/>
    <dgm:cxn modelId="{C8B53ADB-9EEF-4CD1-A45B-7A8B2104DE85}" type="presOf" srcId="{BE6DD054-4C70-4402-93DE-A3A75E177644}" destId="{A53486BD-CD27-4886-B9F5-80CBAA1A1488}" srcOrd="0" destOrd="0" presId="urn:microsoft.com/office/officeart/2005/8/layout/radial5"/>
    <dgm:cxn modelId="{7C5C83E5-8CF8-47DE-B367-AFBF67A75AF1}" type="presOf" srcId="{BD402697-2109-4C0E-AF7E-C5658627AEAD}" destId="{701A3AAE-F668-47C2-8AD9-CAD49AC9AF8D}" srcOrd="0" destOrd="0" presId="urn:microsoft.com/office/officeart/2005/8/layout/radial5"/>
    <dgm:cxn modelId="{DB20A6EC-42FF-4790-97A0-285C5249FF59}" type="presOf" srcId="{4D8CF0F1-FB71-43A8-A29E-05C29BB4144E}" destId="{D455CDAB-F95B-4C8B-ACF3-5962B5331736}" srcOrd="0" destOrd="0" presId="urn:microsoft.com/office/officeart/2005/8/layout/radial5"/>
    <dgm:cxn modelId="{06BE1DED-75D7-4B6A-B665-0B83219808E4}" srcId="{913BA39C-0C9A-447B-B87A-16118739EBA9}" destId="{DB18937C-8FFA-46C2-8AAF-7002710ADF5A}" srcOrd="0" destOrd="0" parTransId="{48A8F9DF-BE0B-44D4-B6F0-D64A59957C4D}" sibTransId="{06910C9B-86EC-4440-93DA-36BBEAB6660C}"/>
    <dgm:cxn modelId="{50020AFD-EE81-4054-B78D-BB37C1B2830C}" type="presOf" srcId="{79695883-C913-4859-A267-FE6D154C116D}" destId="{F4539315-B9FE-4E02-AE34-7C33DC8879E4}" srcOrd="1" destOrd="0" presId="urn:microsoft.com/office/officeart/2005/8/layout/radial5"/>
    <dgm:cxn modelId="{3A368FFE-8A1D-4247-AA1F-65684989494A}" type="presOf" srcId="{577BED11-8D28-4647-B5B0-62F080D0147C}" destId="{9116DE8D-7B50-470F-AE80-B4EE8796121A}" srcOrd="0" destOrd="0" presId="urn:microsoft.com/office/officeart/2005/8/layout/radial5"/>
    <dgm:cxn modelId="{EB047676-4F50-42DC-B9E4-C3C6961F34F1}" type="presParOf" srcId="{93780B4B-7F95-432F-9C90-83000C07F360}" destId="{4A0D14BF-84D6-437A-ACC5-2A43E8F9B75F}" srcOrd="0" destOrd="0" presId="urn:microsoft.com/office/officeart/2005/8/layout/radial5"/>
    <dgm:cxn modelId="{F4DF5204-05C4-41FF-A93A-B17E0D677F3D}" type="presParOf" srcId="{93780B4B-7F95-432F-9C90-83000C07F360}" destId="{5EED563B-EBC6-48A9-A0DD-32775E5BC451}" srcOrd="1" destOrd="0" presId="urn:microsoft.com/office/officeart/2005/8/layout/radial5"/>
    <dgm:cxn modelId="{A3057645-EB6E-43F5-B49F-67819F3BB2B9}" type="presParOf" srcId="{5EED563B-EBC6-48A9-A0DD-32775E5BC451}" destId="{8FABD346-712A-41F4-A3EB-53301DCCDDCF}" srcOrd="0" destOrd="0" presId="urn:microsoft.com/office/officeart/2005/8/layout/radial5"/>
    <dgm:cxn modelId="{BFCC078C-9DD9-423F-96D2-923202B7C19B}" type="presParOf" srcId="{93780B4B-7F95-432F-9C90-83000C07F360}" destId="{2DC32194-0647-4990-AAE9-1D4CB336D2D7}" srcOrd="2" destOrd="0" presId="urn:microsoft.com/office/officeart/2005/8/layout/radial5"/>
    <dgm:cxn modelId="{1CF1C8F5-CD86-48AD-903B-48631D94EB87}" type="presParOf" srcId="{93780B4B-7F95-432F-9C90-83000C07F360}" destId="{D455CDAB-F95B-4C8B-ACF3-5962B5331736}" srcOrd="3" destOrd="0" presId="urn:microsoft.com/office/officeart/2005/8/layout/radial5"/>
    <dgm:cxn modelId="{339115D1-CBD4-4C22-B6A9-29C5E9C4F943}" type="presParOf" srcId="{D455CDAB-F95B-4C8B-ACF3-5962B5331736}" destId="{7BF3A29B-E53F-40BF-A158-A9B10693C3CB}" srcOrd="0" destOrd="0" presId="urn:microsoft.com/office/officeart/2005/8/layout/radial5"/>
    <dgm:cxn modelId="{03CC4513-4B24-4921-9F3E-71189A671A15}" type="presParOf" srcId="{93780B4B-7F95-432F-9C90-83000C07F360}" destId="{FFA0E450-7571-422C-B0F2-7ABE2409554C}" srcOrd="4" destOrd="0" presId="urn:microsoft.com/office/officeart/2005/8/layout/radial5"/>
    <dgm:cxn modelId="{96B54F08-8BB7-4FA5-9766-53CC0985A9EC}" type="presParOf" srcId="{93780B4B-7F95-432F-9C90-83000C07F360}" destId="{1636D4D0-B452-435F-8C67-E9F624875735}" srcOrd="5" destOrd="0" presId="urn:microsoft.com/office/officeart/2005/8/layout/radial5"/>
    <dgm:cxn modelId="{BA9B4CEF-1C0D-4232-B899-26CED9A06BAC}" type="presParOf" srcId="{1636D4D0-B452-435F-8C67-E9F624875735}" destId="{53DA431D-E2E7-4D82-8B9B-5984568B3B67}" srcOrd="0" destOrd="0" presId="urn:microsoft.com/office/officeart/2005/8/layout/radial5"/>
    <dgm:cxn modelId="{62E3DB75-4FE9-43D2-9EA1-2789187F9AD3}" type="presParOf" srcId="{93780B4B-7F95-432F-9C90-83000C07F360}" destId="{69B3E490-E502-491D-9D0C-C64F7841E0A4}" srcOrd="6" destOrd="0" presId="urn:microsoft.com/office/officeart/2005/8/layout/radial5"/>
    <dgm:cxn modelId="{B61E22D4-916D-42EA-99DB-0238D56363F6}" type="presParOf" srcId="{93780B4B-7F95-432F-9C90-83000C07F360}" destId="{6909E2D1-983C-43C0-B0B0-0B1966359966}" srcOrd="7" destOrd="0" presId="urn:microsoft.com/office/officeart/2005/8/layout/radial5"/>
    <dgm:cxn modelId="{469EFB0B-74F5-4F55-B407-E158D745CAD3}" type="presParOf" srcId="{6909E2D1-983C-43C0-B0B0-0B1966359966}" destId="{F4539315-B9FE-4E02-AE34-7C33DC8879E4}" srcOrd="0" destOrd="0" presId="urn:microsoft.com/office/officeart/2005/8/layout/radial5"/>
    <dgm:cxn modelId="{FB6DB562-C88D-409B-9CA7-B0A50349D371}" type="presParOf" srcId="{93780B4B-7F95-432F-9C90-83000C07F360}" destId="{9116DE8D-7B50-470F-AE80-B4EE8796121A}" srcOrd="8" destOrd="0" presId="urn:microsoft.com/office/officeart/2005/8/layout/radial5"/>
    <dgm:cxn modelId="{7B66AC3F-D393-4DAD-BB3E-273B4C6DD1E6}" type="presParOf" srcId="{93780B4B-7F95-432F-9C90-83000C07F360}" destId="{78ED0AAB-ADEA-4502-836F-B9526F272C6E}" srcOrd="9" destOrd="0" presId="urn:microsoft.com/office/officeart/2005/8/layout/radial5"/>
    <dgm:cxn modelId="{339FA88D-E2A5-4536-81E7-0C440C209E90}" type="presParOf" srcId="{78ED0AAB-ADEA-4502-836F-B9526F272C6E}" destId="{EC686F9E-3182-4449-9543-14E6106B39BC}" srcOrd="0" destOrd="0" presId="urn:microsoft.com/office/officeart/2005/8/layout/radial5"/>
    <dgm:cxn modelId="{2DB4B196-ECCB-4F02-884C-51E7DA5A8A00}" type="presParOf" srcId="{93780B4B-7F95-432F-9C90-83000C07F360}" destId="{701A3AAE-F668-47C2-8AD9-CAD49AC9AF8D}" srcOrd="10" destOrd="0" presId="urn:microsoft.com/office/officeart/2005/8/layout/radial5"/>
    <dgm:cxn modelId="{D658A75C-C5F2-45F8-BF89-F0BFB14387F1}" type="presParOf" srcId="{93780B4B-7F95-432F-9C90-83000C07F360}" destId="{654CBB52-0E88-4E71-A4A7-CA305414CC81}" srcOrd="11" destOrd="0" presId="urn:microsoft.com/office/officeart/2005/8/layout/radial5"/>
    <dgm:cxn modelId="{53CF71BD-DA2D-4BF4-A7C5-7E38DC2392E5}" type="presParOf" srcId="{654CBB52-0E88-4E71-A4A7-CA305414CC81}" destId="{F2AA618A-C7A5-42D9-BB74-A610DD07BD1F}" srcOrd="0" destOrd="0" presId="urn:microsoft.com/office/officeart/2005/8/layout/radial5"/>
    <dgm:cxn modelId="{3C1D278B-1661-40CB-86ED-99C8F7F36BCC}" type="presParOf" srcId="{93780B4B-7F95-432F-9C90-83000C07F360}" destId="{710C0ADE-4389-41FC-9300-3BE5FCEA1EC5}" srcOrd="12" destOrd="0" presId="urn:microsoft.com/office/officeart/2005/8/layout/radial5"/>
    <dgm:cxn modelId="{DCC08637-2540-46A0-867E-C34FD1E4F47E}" type="presParOf" srcId="{93780B4B-7F95-432F-9C90-83000C07F360}" destId="{A53486BD-CD27-4886-B9F5-80CBAA1A1488}" srcOrd="13" destOrd="0" presId="urn:microsoft.com/office/officeart/2005/8/layout/radial5"/>
    <dgm:cxn modelId="{1099AE01-5395-4BD7-A52D-580E00E5969E}" type="presParOf" srcId="{A53486BD-CD27-4886-B9F5-80CBAA1A1488}" destId="{05C8F5F9-0D8A-4A46-9FB9-149DC30E5CBF}" srcOrd="0" destOrd="0" presId="urn:microsoft.com/office/officeart/2005/8/layout/radial5"/>
    <dgm:cxn modelId="{7BDBB3F3-04AE-4012-B221-6C03F6B5F5D9}" type="presParOf" srcId="{93780B4B-7F95-432F-9C90-83000C07F360}" destId="{D7A80639-23EA-411E-9C8B-64A016FE4B20}" srcOrd="14"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481DE0-048B-4B16-81C4-BB313FE1B6D7}" type="doc">
      <dgm:prSet loTypeId="urn:microsoft.com/office/officeart/2005/8/layout/orgChart1" loCatId="hierarchy" qsTypeId="urn:microsoft.com/office/officeart/2005/8/quickstyle/simple3" qsCatId="simple" csTypeId="urn:microsoft.com/office/officeart/2005/8/colors/accent3_5" csCatId="accent3" phldr="1"/>
      <dgm:spPr/>
      <dgm:t>
        <a:bodyPr/>
        <a:lstStyle/>
        <a:p>
          <a:endParaRPr lang="en-IN"/>
        </a:p>
      </dgm:t>
    </dgm:pt>
    <dgm:pt modelId="{B0179103-A08B-41DA-896E-B2954A5DCD16}">
      <dgm:prSet phldrT="[Text]"/>
      <dgm:spPr/>
      <dgm:t>
        <a:bodyPr/>
        <a:lstStyle/>
        <a:p>
          <a:r>
            <a:rPr lang="en-IN" b="1" i="0" u="none" dirty="0"/>
            <a:t>SQL</a:t>
          </a:r>
          <a:endParaRPr lang="en-IN" b="1" dirty="0"/>
        </a:p>
      </dgm:t>
    </dgm:pt>
    <dgm:pt modelId="{48A10CFB-88AD-4D0B-ABC5-8A7E5AA28662}" type="parTrans" cxnId="{976CF700-88A4-498E-8559-7C83F1A8BAB9}">
      <dgm:prSet/>
      <dgm:spPr/>
      <dgm:t>
        <a:bodyPr/>
        <a:lstStyle/>
        <a:p>
          <a:endParaRPr lang="en-IN" b="1"/>
        </a:p>
      </dgm:t>
    </dgm:pt>
    <dgm:pt modelId="{D42A9362-B993-4D50-BD13-F592CA1979AA}" type="sibTrans" cxnId="{976CF700-88A4-498E-8559-7C83F1A8BAB9}">
      <dgm:prSet/>
      <dgm:spPr/>
      <dgm:t>
        <a:bodyPr/>
        <a:lstStyle/>
        <a:p>
          <a:endParaRPr lang="en-IN" b="1"/>
        </a:p>
      </dgm:t>
    </dgm:pt>
    <dgm:pt modelId="{71DBE8AA-03FF-4F9C-AA45-4318B56D3E98}">
      <dgm:prSet/>
      <dgm:spPr/>
      <dgm:t>
        <a:bodyPr/>
        <a:lstStyle/>
        <a:p>
          <a:r>
            <a:rPr lang="en-IN" b="1" i="0" u="none" dirty="0"/>
            <a:t>SAVEPOINT</a:t>
          </a:r>
          <a:endParaRPr lang="en-IN" b="1" dirty="0"/>
        </a:p>
      </dgm:t>
    </dgm:pt>
    <dgm:pt modelId="{C0DEEC4E-BDE8-4524-BD21-F92529B381B5}" type="parTrans" cxnId="{F13C3692-3630-4E02-8120-418F64082ED6}">
      <dgm:prSet/>
      <dgm:spPr/>
      <dgm:t>
        <a:bodyPr/>
        <a:lstStyle/>
        <a:p>
          <a:endParaRPr lang="en-IN" b="1"/>
        </a:p>
      </dgm:t>
    </dgm:pt>
    <dgm:pt modelId="{AC398835-91AD-4BEF-AED1-612400E4A7D3}" type="sibTrans" cxnId="{F13C3692-3630-4E02-8120-418F64082ED6}">
      <dgm:prSet/>
      <dgm:spPr/>
      <dgm:t>
        <a:bodyPr/>
        <a:lstStyle/>
        <a:p>
          <a:endParaRPr lang="en-IN" b="1"/>
        </a:p>
      </dgm:t>
    </dgm:pt>
    <dgm:pt modelId="{0E663EC2-E753-4927-8409-8CC8BE2A8C72}">
      <dgm:prSet phldrT="[Text]"/>
      <dgm:spPr/>
      <dgm:t>
        <a:bodyPr/>
        <a:lstStyle/>
        <a:p>
          <a:r>
            <a:rPr lang="en-IN" b="1" dirty="0"/>
            <a:t>STATEMENTS</a:t>
          </a:r>
        </a:p>
      </dgm:t>
    </dgm:pt>
    <dgm:pt modelId="{52DDC03F-E3C2-4992-938D-DB05D0BD785F}" type="parTrans" cxnId="{F110D5F5-2C11-42AF-8209-73CFA4B78F52}">
      <dgm:prSet/>
      <dgm:spPr/>
      <dgm:t>
        <a:bodyPr/>
        <a:lstStyle/>
        <a:p>
          <a:endParaRPr lang="en-IN" b="1"/>
        </a:p>
      </dgm:t>
    </dgm:pt>
    <dgm:pt modelId="{71D4A57E-0826-45B5-9EF9-A23B6FAA02CD}" type="sibTrans" cxnId="{F110D5F5-2C11-42AF-8209-73CFA4B78F52}">
      <dgm:prSet/>
      <dgm:spPr/>
      <dgm:t>
        <a:bodyPr/>
        <a:lstStyle/>
        <a:p>
          <a:endParaRPr lang="en-IN" b="1"/>
        </a:p>
      </dgm:t>
    </dgm:pt>
    <dgm:pt modelId="{EF5C580C-EAB1-41C2-9BCA-D005147C586D}">
      <dgm:prSet/>
      <dgm:spPr/>
      <dgm:t>
        <a:bodyPr/>
        <a:lstStyle/>
        <a:p>
          <a:r>
            <a:rPr lang="en-IN" b="1" i="0" u="none"/>
            <a:t>DDL (Data Defination Language)</a:t>
          </a:r>
          <a:endParaRPr lang="en-IN" b="1"/>
        </a:p>
      </dgm:t>
    </dgm:pt>
    <dgm:pt modelId="{DE8701B6-FC96-4F47-9260-8E0EA8EBCAD0}" type="sibTrans" cxnId="{3A978351-F38E-42B6-A8CE-253496E3A266}">
      <dgm:prSet/>
      <dgm:spPr/>
      <dgm:t>
        <a:bodyPr/>
        <a:lstStyle/>
        <a:p>
          <a:endParaRPr lang="en-IN" b="1"/>
        </a:p>
      </dgm:t>
    </dgm:pt>
    <dgm:pt modelId="{E015D157-0845-4557-BC07-489D65F689C2}" type="parTrans" cxnId="{3A978351-F38E-42B6-A8CE-253496E3A266}">
      <dgm:prSet/>
      <dgm:spPr/>
      <dgm:t>
        <a:bodyPr/>
        <a:lstStyle/>
        <a:p>
          <a:endParaRPr lang="en-IN" b="1"/>
        </a:p>
      </dgm:t>
    </dgm:pt>
    <dgm:pt modelId="{E210E06A-EE54-4654-B9B8-B0C433A5B914}">
      <dgm:prSet/>
      <dgm:spPr/>
      <dgm:t>
        <a:bodyPr/>
        <a:lstStyle/>
        <a:p>
          <a:r>
            <a:rPr lang="en-IN" b="1" i="0" u="none" dirty="0"/>
            <a:t>CREATE</a:t>
          </a:r>
          <a:endParaRPr lang="en-IN" b="1" dirty="0"/>
        </a:p>
      </dgm:t>
    </dgm:pt>
    <dgm:pt modelId="{29F83918-79D5-48D8-B735-2461BC4510C1}" type="sibTrans" cxnId="{4729F4F7-C1DD-4CA5-B996-DFD8C7CE239E}">
      <dgm:prSet/>
      <dgm:spPr/>
      <dgm:t>
        <a:bodyPr/>
        <a:lstStyle/>
        <a:p>
          <a:endParaRPr lang="en-IN" b="1"/>
        </a:p>
      </dgm:t>
    </dgm:pt>
    <dgm:pt modelId="{DDDB9B7F-59F2-4DEA-8612-BC729E7128C3}" type="parTrans" cxnId="{4729F4F7-C1DD-4CA5-B996-DFD8C7CE239E}">
      <dgm:prSet/>
      <dgm:spPr/>
      <dgm:t>
        <a:bodyPr/>
        <a:lstStyle/>
        <a:p>
          <a:endParaRPr lang="en-IN" b="1"/>
        </a:p>
      </dgm:t>
    </dgm:pt>
    <dgm:pt modelId="{C33170E1-9EFF-4931-A1BC-34559180E23E}">
      <dgm:prSet/>
      <dgm:spPr/>
      <dgm:t>
        <a:bodyPr/>
        <a:lstStyle/>
        <a:p>
          <a:r>
            <a:rPr lang="en-IN" b="1" i="0" u="none" dirty="0"/>
            <a:t>ALTER</a:t>
          </a:r>
          <a:endParaRPr lang="en-IN" b="1" dirty="0"/>
        </a:p>
      </dgm:t>
    </dgm:pt>
    <dgm:pt modelId="{818ADEC1-B71B-4342-96FC-B92CE6F73F63}" type="sibTrans" cxnId="{AAC31E30-CED2-4928-9455-6415A7138E02}">
      <dgm:prSet/>
      <dgm:spPr/>
      <dgm:t>
        <a:bodyPr/>
        <a:lstStyle/>
        <a:p>
          <a:endParaRPr lang="en-IN" b="1"/>
        </a:p>
      </dgm:t>
    </dgm:pt>
    <dgm:pt modelId="{60C0AB5E-14E3-461C-8FD8-9052D5CAF9E2}" type="parTrans" cxnId="{AAC31E30-CED2-4928-9455-6415A7138E02}">
      <dgm:prSet/>
      <dgm:spPr/>
      <dgm:t>
        <a:bodyPr/>
        <a:lstStyle/>
        <a:p>
          <a:endParaRPr lang="en-IN" b="1"/>
        </a:p>
      </dgm:t>
    </dgm:pt>
    <dgm:pt modelId="{BEDA8B9E-B10F-41D1-AF6A-BF9496922FB3}">
      <dgm:prSet/>
      <dgm:spPr/>
      <dgm:t>
        <a:bodyPr/>
        <a:lstStyle/>
        <a:p>
          <a:r>
            <a:rPr lang="en-IN" b="1" i="0" u="none"/>
            <a:t>RENAME</a:t>
          </a:r>
          <a:endParaRPr lang="en-IN" b="1"/>
        </a:p>
      </dgm:t>
    </dgm:pt>
    <dgm:pt modelId="{83FA5DB8-57CB-422C-87B4-65D32BD38616}" type="sibTrans" cxnId="{B1FE79FB-6D42-4C4D-8F40-E03AD771AD5C}">
      <dgm:prSet/>
      <dgm:spPr/>
      <dgm:t>
        <a:bodyPr/>
        <a:lstStyle/>
        <a:p>
          <a:endParaRPr lang="en-IN" b="1"/>
        </a:p>
      </dgm:t>
    </dgm:pt>
    <dgm:pt modelId="{6A4FD542-3DAD-4616-8C11-15FA410F7C1B}" type="parTrans" cxnId="{B1FE79FB-6D42-4C4D-8F40-E03AD771AD5C}">
      <dgm:prSet/>
      <dgm:spPr/>
      <dgm:t>
        <a:bodyPr/>
        <a:lstStyle/>
        <a:p>
          <a:endParaRPr lang="en-IN" b="1"/>
        </a:p>
      </dgm:t>
    </dgm:pt>
    <dgm:pt modelId="{87B5E00D-4F94-4C33-A0EE-D7A310BD90EC}">
      <dgm:prSet/>
      <dgm:spPr/>
      <dgm:t>
        <a:bodyPr/>
        <a:lstStyle/>
        <a:p>
          <a:r>
            <a:rPr lang="en-IN" b="1" i="0" u="none" dirty="0"/>
            <a:t>DROP</a:t>
          </a:r>
          <a:endParaRPr lang="en-IN" b="1" dirty="0"/>
        </a:p>
      </dgm:t>
    </dgm:pt>
    <dgm:pt modelId="{575ACDA4-C62D-4657-84D6-2D7BC55776F4}" type="sibTrans" cxnId="{7B44519C-3DE4-43E0-A0FA-9D48042D0585}">
      <dgm:prSet/>
      <dgm:spPr/>
      <dgm:t>
        <a:bodyPr/>
        <a:lstStyle/>
        <a:p>
          <a:endParaRPr lang="en-IN" b="1"/>
        </a:p>
      </dgm:t>
    </dgm:pt>
    <dgm:pt modelId="{CB5D6E81-D4A9-4212-BC87-348066EF9937}" type="parTrans" cxnId="{7B44519C-3DE4-43E0-A0FA-9D48042D0585}">
      <dgm:prSet/>
      <dgm:spPr/>
      <dgm:t>
        <a:bodyPr/>
        <a:lstStyle/>
        <a:p>
          <a:endParaRPr lang="en-IN" b="1"/>
        </a:p>
      </dgm:t>
    </dgm:pt>
    <dgm:pt modelId="{3B3EDA14-DD6D-4C54-A77F-665BD8278EC5}">
      <dgm:prSet/>
      <dgm:spPr/>
      <dgm:t>
        <a:bodyPr/>
        <a:lstStyle/>
        <a:p>
          <a:r>
            <a:rPr lang="en-IN" b="1" i="0" u="none" dirty="0"/>
            <a:t>TRUNCATE</a:t>
          </a:r>
          <a:endParaRPr lang="en-IN" b="1" dirty="0"/>
        </a:p>
      </dgm:t>
    </dgm:pt>
    <dgm:pt modelId="{B5294C29-0628-45C3-814A-C94ABB105081}" type="sibTrans" cxnId="{5A1549AD-B1D7-46EB-89C5-562649F482CD}">
      <dgm:prSet/>
      <dgm:spPr/>
      <dgm:t>
        <a:bodyPr/>
        <a:lstStyle/>
        <a:p>
          <a:endParaRPr lang="en-IN" b="1"/>
        </a:p>
      </dgm:t>
    </dgm:pt>
    <dgm:pt modelId="{54E1C12D-F227-4C3D-B3CD-B81292009F4C}" type="parTrans" cxnId="{5A1549AD-B1D7-46EB-89C5-562649F482CD}">
      <dgm:prSet/>
      <dgm:spPr/>
      <dgm:t>
        <a:bodyPr/>
        <a:lstStyle/>
        <a:p>
          <a:endParaRPr lang="en-IN" b="1"/>
        </a:p>
      </dgm:t>
    </dgm:pt>
    <dgm:pt modelId="{2D24E36F-5CC6-4A78-B6EA-EC1AB0FF10E5}">
      <dgm:prSet/>
      <dgm:spPr/>
      <dgm:t>
        <a:bodyPr/>
        <a:lstStyle/>
        <a:p>
          <a:r>
            <a:rPr lang="en-IN" b="1" i="0" u="none" dirty="0"/>
            <a:t>DML (Data Manipulation Language)</a:t>
          </a:r>
          <a:endParaRPr lang="en-IN" b="1" dirty="0"/>
        </a:p>
      </dgm:t>
    </dgm:pt>
    <dgm:pt modelId="{9BB3B9E2-0919-418A-AA6A-41C4E139C8E4}" type="sibTrans" cxnId="{8BBA7156-A6E6-4EFF-8FE8-12A0D83D5228}">
      <dgm:prSet/>
      <dgm:spPr/>
      <dgm:t>
        <a:bodyPr/>
        <a:lstStyle/>
        <a:p>
          <a:endParaRPr lang="en-IN" b="1"/>
        </a:p>
      </dgm:t>
    </dgm:pt>
    <dgm:pt modelId="{064A4964-1DE4-47DB-9360-C22B6C9B5BAF}" type="parTrans" cxnId="{8BBA7156-A6E6-4EFF-8FE8-12A0D83D5228}">
      <dgm:prSet/>
      <dgm:spPr/>
      <dgm:t>
        <a:bodyPr/>
        <a:lstStyle/>
        <a:p>
          <a:endParaRPr lang="en-IN" b="1"/>
        </a:p>
      </dgm:t>
    </dgm:pt>
    <dgm:pt modelId="{725B48C8-53BC-4468-82CD-E52E9402ACE0}">
      <dgm:prSet/>
      <dgm:spPr/>
      <dgm:t>
        <a:bodyPr/>
        <a:lstStyle/>
        <a:p>
          <a:r>
            <a:rPr lang="en-IN" b="1" i="0" u="none"/>
            <a:t>INSERT</a:t>
          </a:r>
          <a:endParaRPr lang="en-IN" b="1"/>
        </a:p>
      </dgm:t>
    </dgm:pt>
    <dgm:pt modelId="{BEF40FD6-8B6C-4E2B-9532-C2305BD91A8B}" type="sibTrans" cxnId="{C65440A8-52EC-4F09-9AF0-9708F700BE13}">
      <dgm:prSet/>
      <dgm:spPr/>
      <dgm:t>
        <a:bodyPr/>
        <a:lstStyle/>
        <a:p>
          <a:endParaRPr lang="en-IN" b="1"/>
        </a:p>
      </dgm:t>
    </dgm:pt>
    <dgm:pt modelId="{344E710D-D6F0-4D70-B176-C01FB83B8B05}" type="parTrans" cxnId="{C65440A8-52EC-4F09-9AF0-9708F700BE13}">
      <dgm:prSet/>
      <dgm:spPr/>
      <dgm:t>
        <a:bodyPr/>
        <a:lstStyle/>
        <a:p>
          <a:endParaRPr lang="en-IN" b="1"/>
        </a:p>
      </dgm:t>
    </dgm:pt>
    <dgm:pt modelId="{A5815EF0-70ED-4F8F-B90F-E87FB4DD2BC7}">
      <dgm:prSet/>
      <dgm:spPr/>
      <dgm:t>
        <a:bodyPr/>
        <a:lstStyle/>
        <a:p>
          <a:r>
            <a:rPr lang="en-IN" b="1" i="0" u="none" dirty="0"/>
            <a:t>DELETE</a:t>
          </a:r>
          <a:endParaRPr lang="en-IN" b="1" dirty="0"/>
        </a:p>
      </dgm:t>
    </dgm:pt>
    <dgm:pt modelId="{21C8A961-4C1A-4D9E-8987-2DB5026D4091}" type="sibTrans" cxnId="{4230CA3F-C822-4C16-A696-171DD40B1232}">
      <dgm:prSet/>
      <dgm:spPr/>
      <dgm:t>
        <a:bodyPr/>
        <a:lstStyle/>
        <a:p>
          <a:endParaRPr lang="en-IN" b="1"/>
        </a:p>
      </dgm:t>
    </dgm:pt>
    <dgm:pt modelId="{B6F475CD-45D9-435E-8F3E-FA2D3369B61D}" type="parTrans" cxnId="{4230CA3F-C822-4C16-A696-171DD40B1232}">
      <dgm:prSet/>
      <dgm:spPr/>
      <dgm:t>
        <a:bodyPr/>
        <a:lstStyle/>
        <a:p>
          <a:endParaRPr lang="en-IN" b="1"/>
        </a:p>
      </dgm:t>
    </dgm:pt>
    <dgm:pt modelId="{CEC1B821-8562-4576-A8B7-0A96AE3F2FA9}">
      <dgm:prSet/>
      <dgm:spPr/>
      <dgm:t>
        <a:bodyPr/>
        <a:lstStyle/>
        <a:p>
          <a:r>
            <a:rPr lang="en-IN" b="1" i="0" u="none"/>
            <a:t>UPDATE</a:t>
          </a:r>
          <a:endParaRPr lang="en-IN" b="1"/>
        </a:p>
      </dgm:t>
    </dgm:pt>
    <dgm:pt modelId="{04F82886-3991-4306-86FD-A10351C42D84}" type="sibTrans" cxnId="{2281440C-A4E6-4A7F-BC86-9A8E1A8B1857}">
      <dgm:prSet/>
      <dgm:spPr/>
      <dgm:t>
        <a:bodyPr/>
        <a:lstStyle/>
        <a:p>
          <a:endParaRPr lang="en-IN" b="1"/>
        </a:p>
      </dgm:t>
    </dgm:pt>
    <dgm:pt modelId="{B9BDEBCE-E485-48B3-8595-1AD94B48197B}" type="parTrans" cxnId="{2281440C-A4E6-4A7F-BC86-9A8E1A8B1857}">
      <dgm:prSet/>
      <dgm:spPr/>
      <dgm:t>
        <a:bodyPr/>
        <a:lstStyle/>
        <a:p>
          <a:endParaRPr lang="en-IN" b="1"/>
        </a:p>
      </dgm:t>
    </dgm:pt>
    <dgm:pt modelId="{0F0D447F-797D-40A3-A7BE-BDCC6DB48E84}">
      <dgm:prSet/>
      <dgm:spPr/>
      <dgm:t>
        <a:bodyPr/>
        <a:lstStyle/>
        <a:p>
          <a:r>
            <a:rPr lang="en-IN" b="1" i="0" u="none" dirty="0"/>
            <a:t>DCL(Data Control Language)</a:t>
          </a:r>
          <a:endParaRPr lang="en-IN" b="1" dirty="0"/>
        </a:p>
      </dgm:t>
    </dgm:pt>
    <dgm:pt modelId="{9FAD9074-ED73-4153-80B5-76FF128E64D5}" type="sibTrans" cxnId="{33DEA7D8-8543-445C-B444-F92A9325D4FB}">
      <dgm:prSet/>
      <dgm:spPr/>
      <dgm:t>
        <a:bodyPr/>
        <a:lstStyle/>
        <a:p>
          <a:endParaRPr lang="en-IN" b="1"/>
        </a:p>
      </dgm:t>
    </dgm:pt>
    <dgm:pt modelId="{B75FA842-0586-43A5-A260-BC7B20E77BF9}" type="parTrans" cxnId="{33DEA7D8-8543-445C-B444-F92A9325D4FB}">
      <dgm:prSet/>
      <dgm:spPr/>
      <dgm:t>
        <a:bodyPr/>
        <a:lstStyle/>
        <a:p>
          <a:endParaRPr lang="en-IN" b="1"/>
        </a:p>
      </dgm:t>
    </dgm:pt>
    <dgm:pt modelId="{DAAC3B1C-5D2F-42A2-B972-5AAA6DD781F1}">
      <dgm:prSet/>
      <dgm:spPr/>
      <dgm:t>
        <a:bodyPr/>
        <a:lstStyle/>
        <a:p>
          <a:r>
            <a:rPr lang="en-IN" b="1" i="0" u="none"/>
            <a:t>GRANT</a:t>
          </a:r>
          <a:endParaRPr lang="en-IN" b="1"/>
        </a:p>
      </dgm:t>
    </dgm:pt>
    <dgm:pt modelId="{BBA86FC8-9A2D-419A-B99E-46EFEAB29FF6}" type="sibTrans" cxnId="{51D5207D-C0D2-42F9-ADA8-1B0A22C4F023}">
      <dgm:prSet/>
      <dgm:spPr/>
      <dgm:t>
        <a:bodyPr/>
        <a:lstStyle/>
        <a:p>
          <a:endParaRPr lang="en-IN" b="1"/>
        </a:p>
      </dgm:t>
    </dgm:pt>
    <dgm:pt modelId="{6B48A268-90E4-4D66-9B34-17788F7A6EEA}" type="parTrans" cxnId="{51D5207D-C0D2-42F9-ADA8-1B0A22C4F023}">
      <dgm:prSet/>
      <dgm:spPr/>
      <dgm:t>
        <a:bodyPr/>
        <a:lstStyle/>
        <a:p>
          <a:endParaRPr lang="en-IN" b="1"/>
        </a:p>
      </dgm:t>
    </dgm:pt>
    <dgm:pt modelId="{F51D3F8F-D91A-41B9-A673-9CC6AAC5DCFA}">
      <dgm:prSet/>
      <dgm:spPr/>
      <dgm:t>
        <a:bodyPr/>
        <a:lstStyle/>
        <a:p>
          <a:r>
            <a:rPr lang="en-IN" b="1" i="0" u="none"/>
            <a:t>REVOKE</a:t>
          </a:r>
          <a:endParaRPr lang="en-IN" b="1"/>
        </a:p>
      </dgm:t>
    </dgm:pt>
    <dgm:pt modelId="{C54B939F-B36B-49F9-A76E-9DBF42A50349}" type="sibTrans" cxnId="{9FC0A058-7BC7-436C-9BE4-BBB4A8D20CB7}">
      <dgm:prSet/>
      <dgm:spPr/>
      <dgm:t>
        <a:bodyPr/>
        <a:lstStyle/>
        <a:p>
          <a:endParaRPr lang="en-IN" b="1"/>
        </a:p>
      </dgm:t>
    </dgm:pt>
    <dgm:pt modelId="{7066C124-0AAE-4E0C-8230-ED20D871A274}" type="parTrans" cxnId="{9FC0A058-7BC7-436C-9BE4-BBB4A8D20CB7}">
      <dgm:prSet/>
      <dgm:spPr/>
      <dgm:t>
        <a:bodyPr/>
        <a:lstStyle/>
        <a:p>
          <a:endParaRPr lang="en-IN" b="1"/>
        </a:p>
      </dgm:t>
    </dgm:pt>
    <dgm:pt modelId="{D7D73516-C860-4C3E-B5F7-7E0A56DB143E}">
      <dgm:prSet/>
      <dgm:spPr/>
      <dgm:t>
        <a:bodyPr/>
        <a:lstStyle/>
        <a:p>
          <a:r>
            <a:rPr lang="en-IN" b="1" i="0" u="none" dirty="0"/>
            <a:t>TCL(Transfer Control Language)</a:t>
          </a:r>
          <a:endParaRPr lang="en-IN" b="1" dirty="0"/>
        </a:p>
      </dgm:t>
    </dgm:pt>
    <dgm:pt modelId="{2E7D0923-EFE1-4BDB-A8BB-AF4739A1BDAB}" type="sibTrans" cxnId="{B7E6E1AE-6208-4D29-B765-663A93E32F9F}">
      <dgm:prSet/>
      <dgm:spPr/>
      <dgm:t>
        <a:bodyPr/>
        <a:lstStyle/>
        <a:p>
          <a:endParaRPr lang="en-IN" b="1"/>
        </a:p>
      </dgm:t>
    </dgm:pt>
    <dgm:pt modelId="{A521631F-7193-45E1-9B83-686C66D8BB61}" type="parTrans" cxnId="{B7E6E1AE-6208-4D29-B765-663A93E32F9F}">
      <dgm:prSet/>
      <dgm:spPr/>
      <dgm:t>
        <a:bodyPr/>
        <a:lstStyle/>
        <a:p>
          <a:endParaRPr lang="en-IN" b="1"/>
        </a:p>
      </dgm:t>
    </dgm:pt>
    <dgm:pt modelId="{D308C98B-D631-4AB1-8D07-805D8E1A9C9E}">
      <dgm:prSet/>
      <dgm:spPr/>
      <dgm:t>
        <a:bodyPr/>
        <a:lstStyle/>
        <a:p>
          <a:r>
            <a:rPr lang="en-IN" b="1" i="0" u="none"/>
            <a:t>COMMIT</a:t>
          </a:r>
          <a:endParaRPr lang="en-IN" b="1"/>
        </a:p>
      </dgm:t>
    </dgm:pt>
    <dgm:pt modelId="{5DB74F70-1DC2-4571-A609-CD366C3E1498}" type="sibTrans" cxnId="{335C0528-6C1B-4C92-9D68-70F3ACFDAE12}">
      <dgm:prSet/>
      <dgm:spPr/>
      <dgm:t>
        <a:bodyPr/>
        <a:lstStyle/>
        <a:p>
          <a:endParaRPr lang="en-IN" b="1"/>
        </a:p>
      </dgm:t>
    </dgm:pt>
    <dgm:pt modelId="{D3A3F9B9-6ADD-4A4E-AD9F-22F0D5D2C17C}" type="parTrans" cxnId="{335C0528-6C1B-4C92-9D68-70F3ACFDAE12}">
      <dgm:prSet/>
      <dgm:spPr/>
      <dgm:t>
        <a:bodyPr/>
        <a:lstStyle/>
        <a:p>
          <a:endParaRPr lang="en-IN" b="1"/>
        </a:p>
      </dgm:t>
    </dgm:pt>
    <dgm:pt modelId="{5E7827A5-0E13-4C73-9045-3A7C023D9A3E}">
      <dgm:prSet/>
      <dgm:spPr/>
      <dgm:t>
        <a:bodyPr/>
        <a:lstStyle/>
        <a:p>
          <a:r>
            <a:rPr lang="en-IN" b="1" i="0" u="none" dirty="0"/>
            <a:t>ROLL BACK</a:t>
          </a:r>
          <a:endParaRPr lang="en-IN" b="1" dirty="0"/>
        </a:p>
      </dgm:t>
    </dgm:pt>
    <dgm:pt modelId="{E8DFE337-79D8-48AD-A1D2-126AE4566FF0}" type="sibTrans" cxnId="{2FF337A1-89B1-4412-9153-C9D5ACD2A052}">
      <dgm:prSet/>
      <dgm:spPr/>
      <dgm:t>
        <a:bodyPr/>
        <a:lstStyle/>
        <a:p>
          <a:endParaRPr lang="en-IN" b="1"/>
        </a:p>
      </dgm:t>
    </dgm:pt>
    <dgm:pt modelId="{9ABE2031-88D9-431D-BCC4-EE03DBCC1A08}" type="parTrans" cxnId="{2FF337A1-89B1-4412-9153-C9D5ACD2A052}">
      <dgm:prSet/>
      <dgm:spPr/>
      <dgm:t>
        <a:bodyPr/>
        <a:lstStyle/>
        <a:p>
          <a:endParaRPr lang="en-IN" b="1"/>
        </a:p>
      </dgm:t>
    </dgm:pt>
    <dgm:pt modelId="{C414AA6F-7182-4B71-A433-93A240B6BEC1}" type="pres">
      <dgm:prSet presAssocID="{71481DE0-048B-4B16-81C4-BB313FE1B6D7}" presName="hierChild1" presStyleCnt="0">
        <dgm:presLayoutVars>
          <dgm:orgChart val="1"/>
          <dgm:chPref val="1"/>
          <dgm:dir/>
          <dgm:animOne val="branch"/>
          <dgm:animLvl val="lvl"/>
          <dgm:resizeHandles/>
        </dgm:presLayoutVars>
      </dgm:prSet>
      <dgm:spPr/>
    </dgm:pt>
    <dgm:pt modelId="{F3B18ED1-BBFF-41F4-8794-A00695CC43A0}" type="pres">
      <dgm:prSet presAssocID="{B0179103-A08B-41DA-896E-B2954A5DCD16}" presName="hierRoot1" presStyleCnt="0">
        <dgm:presLayoutVars>
          <dgm:hierBranch val="init"/>
        </dgm:presLayoutVars>
      </dgm:prSet>
      <dgm:spPr/>
    </dgm:pt>
    <dgm:pt modelId="{6BE89A74-718E-4FBD-ABCD-7956C67B4B80}" type="pres">
      <dgm:prSet presAssocID="{B0179103-A08B-41DA-896E-B2954A5DCD16}" presName="rootComposite1" presStyleCnt="0"/>
      <dgm:spPr/>
    </dgm:pt>
    <dgm:pt modelId="{E8136514-2AC4-4E4A-8397-4AE70EB3F6EA}" type="pres">
      <dgm:prSet presAssocID="{B0179103-A08B-41DA-896E-B2954A5DCD16}" presName="rootText1" presStyleLbl="node0" presStyleIdx="0" presStyleCnt="1">
        <dgm:presLayoutVars>
          <dgm:chPref val="3"/>
        </dgm:presLayoutVars>
      </dgm:prSet>
      <dgm:spPr/>
    </dgm:pt>
    <dgm:pt modelId="{E7BC3059-1F06-47EF-AB84-E08877C2B3BB}" type="pres">
      <dgm:prSet presAssocID="{B0179103-A08B-41DA-896E-B2954A5DCD16}" presName="rootConnector1" presStyleLbl="node1" presStyleIdx="0" presStyleCnt="0"/>
      <dgm:spPr/>
    </dgm:pt>
    <dgm:pt modelId="{0037395D-7DE0-4A06-A9F5-FFBB0A377241}" type="pres">
      <dgm:prSet presAssocID="{B0179103-A08B-41DA-896E-B2954A5DCD16}" presName="hierChild2" presStyleCnt="0"/>
      <dgm:spPr/>
    </dgm:pt>
    <dgm:pt modelId="{A6667A33-0E4E-4870-8C10-C18983AF2385}" type="pres">
      <dgm:prSet presAssocID="{52DDC03F-E3C2-4992-938D-DB05D0BD785F}" presName="Name37" presStyleLbl="parChTrans1D2" presStyleIdx="0" presStyleCnt="1"/>
      <dgm:spPr/>
    </dgm:pt>
    <dgm:pt modelId="{4085627C-6E34-4BAA-B6E1-2A49A8A01AF5}" type="pres">
      <dgm:prSet presAssocID="{0E663EC2-E753-4927-8409-8CC8BE2A8C72}" presName="hierRoot2" presStyleCnt="0">
        <dgm:presLayoutVars>
          <dgm:hierBranch val="init"/>
        </dgm:presLayoutVars>
      </dgm:prSet>
      <dgm:spPr/>
    </dgm:pt>
    <dgm:pt modelId="{7A2A03CE-6C10-4CCF-95BB-3DA55B6C8A62}" type="pres">
      <dgm:prSet presAssocID="{0E663EC2-E753-4927-8409-8CC8BE2A8C72}" presName="rootComposite" presStyleCnt="0"/>
      <dgm:spPr/>
    </dgm:pt>
    <dgm:pt modelId="{EBC0934F-47E0-4378-9414-6ACD3F9516A8}" type="pres">
      <dgm:prSet presAssocID="{0E663EC2-E753-4927-8409-8CC8BE2A8C72}" presName="rootText" presStyleLbl="node2" presStyleIdx="0" presStyleCnt="1" custScaleX="217629">
        <dgm:presLayoutVars>
          <dgm:chPref val="3"/>
        </dgm:presLayoutVars>
      </dgm:prSet>
      <dgm:spPr/>
    </dgm:pt>
    <dgm:pt modelId="{49B7361F-7873-49F5-9CF8-819D56805BF6}" type="pres">
      <dgm:prSet presAssocID="{0E663EC2-E753-4927-8409-8CC8BE2A8C72}" presName="rootConnector" presStyleLbl="node2" presStyleIdx="0" presStyleCnt="1"/>
      <dgm:spPr/>
    </dgm:pt>
    <dgm:pt modelId="{CD29AED7-EDFC-4822-BA81-CA1EEC2F4030}" type="pres">
      <dgm:prSet presAssocID="{0E663EC2-E753-4927-8409-8CC8BE2A8C72}" presName="hierChild4" presStyleCnt="0"/>
      <dgm:spPr/>
    </dgm:pt>
    <dgm:pt modelId="{64EEF931-2B59-4860-AC11-EF285428A235}" type="pres">
      <dgm:prSet presAssocID="{E015D157-0845-4557-BC07-489D65F689C2}" presName="Name37" presStyleLbl="parChTrans1D3" presStyleIdx="0" presStyleCnt="4"/>
      <dgm:spPr/>
    </dgm:pt>
    <dgm:pt modelId="{A86AC846-C397-4E1D-9637-26A0171CEDE1}" type="pres">
      <dgm:prSet presAssocID="{EF5C580C-EAB1-41C2-9BCA-D005147C586D}" presName="hierRoot2" presStyleCnt="0">
        <dgm:presLayoutVars>
          <dgm:hierBranch val="init"/>
        </dgm:presLayoutVars>
      </dgm:prSet>
      <dgm:spPr/>
    </dgm:pt>
    <dgm:pt modelId="{58408BDD-03CD-431D-84EE-0CF3108C6B2A}" type="pres">
      <dgm:prSet presAssocID="{EF5C580C-EAB1-41C2-9BCA-D005147C586D}" presName="rootComposite" presStyleCnt="0"/>
      <dgm:spPr/>
    </dgm:pt>
    <dgm:pt modelId="{048941F2-3605-472A-8725-2CE374BB8913}" type="pres">
      <dgm:prSet presAssocID="{EF5C580C-EAB1-41C2-9BCA-D005147C586D}" presName="rootText" presStyleLbl="node3" presStyleIdx="0" presStyleCnt="4" custScaleX="222626" custLinFactX="-16762" custLinFactNeighborX="-100000" custLinFactNeighborY="2197">
        <dgm:presLayoutVars>
          <dgm:chPref val="3"/>
        </dgm:presLayoutVars>
      </dgm:prSet>
      <dgm:spPr/>
    </dgm:pt>
    <dgm:pt modelId="{B548DDC0-AF13-4C1A-8B44-29B3531D17E1}" type="pres">
      <dgm:prSet presAssocID="{EF5C580C-EAB1-41C2-9BCA-D005147C586D}" presName="rootConnector" presStyleLbl="node3" presStyleIdx="0" presStyleCnt="4"/>
      <dgm:spPr/>
    </dgm:pt>
    <dgm:pt modelId="{7F740B12-6329-4DCC-B8E8-DF9FCC9D5372}" type="pres">
      <dgm:prSet presAssocID="{EF5C580C-EAB1-41C2-9BCA-D005147C586D}" presName="hierChild4" presStyleCnt="0"/>
      <dgm:spPr/>
    </dgm:pt>
    <dgm:pt modelId="{4359885F-1F68-4E7E-93FD-E4D6831A6ABB}" type="pres">
      <dgm:prSet presAssocID="{DDDB9B7F-59F2-4DEA-8612-BC729E7128C3}" presName="Name37" presStyleLbl="parChTrans1D4" presStyleIdx="0" presStyleCnt="13"/>
      <dgm:spPr/>
    </dgm:pt>
    <dgm:pt modelId="{83728BDD-BB8E-4CC9-A8E2-236FFFA34529}" type="pres">
      <dgm:prSet presAssocID="{E210E06A-EE54-4654-B9B8-B0C433A5B914}" presName="hierRoot2" presStyleCnt="0">
        <dgm:presLayoutVars>
          <dgm:hierBranch val="init"/>
        </dgm:presLayoutVars>
      </dgm:prSet>
      <dgm:spPr/>
    </dgm:pt>
    <dgm:pt modelId="{4C2B35E7-F4AD-4458-A3EF-518C638689C8}" type="pres">
      <dgm:prSet presAssocID="{E210E06A-EE54-4654-B9B8-B0C433A5B914}" presName="rootComposite" presStyleCnt="0"/>
      <dgm:spPr/>
    </dgm:pt>
    <dgm:pt modelId="{6A410771-3374-4319-AA3C-2855F3E5CBD6}" type="pres">
      <dgm:prSet presAssocID="{E210E06A-EE54-4654-B9B8-B0C433A5B914}" presName="rootText" presStyleLbl="node4" presStyleIdx="0" presStyleCnt="13" custLinFactNeighborX="29536" custLinFactNeighborY="8546">
        <dgm:presLayoutVars>
          <dgm:chPref val="3"/>
        </dgm:presLayoutVars>
      </dgm:prSet>
      <dgm:spPr/>
    </dgm:pt>
    <dgm:pt modelId="{711878CF-E268-468A-8899-95501ED9CA0D}" type="pres">
      <dgm:prSet presAssocID="{E210E06A-EE54-4654-B9B8-B0C433A5B914}" presName="rootConnector" presStyleLbl="node4" presStyleIdx="0" presStyleCnt="13"/>
      <dgm:spPr/>
    </dgm:pt>
    <dgm:pt modelId="{11910399-EE86-4105-A179-B81EC605EC20}" type="pres">
      <dgm:prSet presAssocID="{E210E06A-EE54-4654-B9B8-B0C433A5B914}" presName="hierChild4" presStyleCnt="0"/>
      <dgm:spPr/>
    </dgm:pt>
    <dgm:pt modelId="{836928EE-693F-439D-ADDC-4F1C5C28F46F}" type="pres">
      <dgm:prSet presAssocID="{E210E06A-EE54-4654-B9B8-B0C433A5B914}" presName="hierChild5" presStyleCnt="0"/>
      <dgm:spPr/>
    </dgm:pt>
    <dgm:pt modelId="{A9396EEE-7501-4A0B-8AE5-92CD8F72F7D9}" type="pres">
      <dgm:prSet presAssocID="{60C0AB5E-14E3-461C-8FD8-9052D5CAF9E2}" presName="Name37" presStyleLbl="parChTrans1D4" presStyleIdx="1" presStyleCnt="13"/>
      <dgm:spPr/>
    </dgm:pt>
    <dgm:pt modelId="{AD60E2BB-0EB7-4D66-B7A0-C84FD3D0A02C}" type="pres">
      <dgm:prSet presAssocID="{C33170E1-9EFF-4931-A1BC-34559180E23E}" presName="hierRoot2" presStyleCnt="0">
        <dgm:presLayoutVars>
          <dgm:hierBranch val="init"/>
        </dgm:presLayoutVars>
      </dgm:prSet>
      <dgm:spPr/>
    </dgm:pt>
    <dgm:pt modelId="{3DFC4A20-19ED-4063-859E-FD3164D27E86}" type="pres">
      <dgm:prSet presAssocID="{C33170E1-9EFF-4931-A1BC-34559180E23E}" presName="rootComposite" presStyleCnt="0"/>
      <dgm:spPr/>
    </dgm:pt>
    <dgm:pt modelId="{31BCFD4E-53FA-42F7-8BEC-0BEDCBC936FC}" type="pres">
      <dgm:prSet presAssocID="{C33170E1-9EFF-4931-A1BC-34559180E23E}" presName="rootText" presStyleLbl="node4" presStyleIdx="1" presStyleCnt="13" custLinFactNeighborX="31698" custLinFactNeighborY="-8841">
        <dgm:presLayoutVars>
          <dgm:chPref val="3"/>
        </dgm:presLayoutVars>
      </dgm:prSet>
      <dgm:spPr/>
    </dgm:pt>
    <dgm:pt modelId="{BC352B56-80AD-4279-9993-9C317794023E}" type="pres">
      <dgm:prSet presAssocID="{C33170E1-9EFF-4931-A1BC-34559180E23E}" presName="rootConnector" presStyleLbl="node4" presStyleIdx="1" presStyleCnt="13"/>
      <dgm:spPr/>
    </dgm:pt>
    <dgm:pt modelId="{0F88CE7C-8444-4FCD-8EF3-6253A6DB51C0}" type="pres">
      <dgm:prSet presAssocID="{C33170E1-9EFF-4931-A1BC-34559180E23E}" presName="hierChild4" presStyleCnt="0"/>
      <dgm:spPr/>
    </dgm:pt>
    <dgm:pt modelId="{5BCCEF62-8F90-41BE-BF76-86B8BC098582}" type="pres">
      <dgm:prSet presAssocID="{C33170E1-9EFF-4931-A1BC-34559180E23E}" presName="hierChild5" presStyleCnt="0"/>
      <dgm:spPr/>
    </dgm:pt>
    <dgm:pt modelId="{7B9431C6-EC2B-4F1A-AE97-7CCF8E53FEC1}" type="pres">
      <dgm:prSet presAssocID="{6A4FD542-3DAD-4616-8C11-15FA410F7C1B}" presName="Name37" presStyleLbl="parChTrans1D4" presStyleIdx="2" presStyleCnt="13"/>
      <dgm:spPr/>
    </dgm:pt>
    <dgm:pt modelId="{8C04FC9F-3D21-46C4-8F16-A9147BE82C39}" type="pres">
      <dgm:prSet presAssocID="{BEDA8B9E-B10F-41D1-AF6A-BF9496922FB3}" presName="hierRoot2" presStyleCnt="0">
        <dgm:presLayoutVars>
          <dgm:hierBranch val="init"/>
        </dgm:presLayoutVars>
      </dgm:prSet>
      <dgm:spPr/>
    </dgm:pt>
    <dgm:pt modelId="{2B790672-29C8-4B2A-8E81-B606242C7BB0}" type="pres">
      <dgm:prSet presAssocID="{BEDA8B9E-B10F-41D1-AF6A-BF9496922FB3}" presName="rootComposite" presStyleCnt="0"/>
      <dgm:spPr/>
    </dgm:pt>
    <dgm:pt modelId="{1F09E897-6B76-4F1A-AA00-13DC4AC1FDCB}" type="pres">
      <dgm:prSet presAssocID="{BEDA8B9E-B10F-41D1-AF6A-BF9496922FB3}" presName="rootText" presStyleLbl="node4" presStyleIdx="2" presStyleCnt="13" custLinFactNeighborX="31698" custLinFactNeighborY="-3343">
        <dgm:presLayoutVars>
          <dgm:chPref val="3"/>
        </dgm:presLayoutVars>
      </dgm:prSet>
      <dgm:spPr/>
    </dgm:pt>
    <dgm:pt modelId="{64E47A1A-8593-410F-98B3-CA32F1A41777}" type="pres">
      <dgm:prSet presAssocID="{BEDA8B9E-B10F-41D1-AF6A-BF9496922FB3}" presName="rootConnector" presStyleLbl="node4" presStyleIdx="2" presStyleCnt="13"/>
      <dgm:spPr/>
    </dgm:pt>
    <dgm:pt modelId="{F5B5506E-435D-410D-B229-55CA2B6AB02D}" type="pres">
      <dgm:prSet presAssocID="{BEDA8B9E-B10F-41D1-AF6A-BF9496922FB3}" presName="hierChild4" presStyleCnt="0"/>
      <dgm:spPr/>
    </dgm:pt>
    <dgm:pt modelId="{53B3CA00-ACF5-4F19-AA84-D12EDA04CCA1}" type="pres">
      <dgm:prSet presAssocID="{BEDA8B9E-B10F-41D1-AF6A-BF9496922FB3}" presName="hierChild5" presStyleCnt="0"/>
      <dgm:spPr/>
    </dgm:pt>
    <dgm:pt modelId="{5E9EB78C-6D04-4656-BEF2-8F63FFD3AD6C}" type="pres">
      <dgm:prSet presAssocID="{CB5D6E81-D4A9-4212-BC87-348066EF9937}" presName="Name37" presStyleLbl="parChTrans1D4" presStyleIdx="3" presStyleCnt="13"/>
      <dgm:spPr/>
    </dgm:pt>
    <dgm:pt modelId="{8D18E8AE-57C5-4182-9BE5-8E88E5FBD9BD}" type="pres">
      <dgm:prSet presAssocID="{87B5E00D-4F94-4C33-A0EE-D7A310BD90EC}" presName="hierRoot2" presStyleCnt="0">
        <dgm:presLayoutVars>
          <dgm:hierBranch val="init"/>
        </dgm:presLayoutVars>
      </dgm:prSet>
      <dgm:spPr/>
    </dgm:pt>
    <dgm:pt modelId="{20DD37A2-6600-47A3-B76E-6E48DB797C9A}" type="pres">
      <dgm:prSet presAssocID="{87B5E00D-4F94-4C33-A0EE-D7A310BD90EC}" presName="rootComposite" presStyleCnt="0"/>
      <dgm:spPr/>
    </dgm:pt>
    <dgm:pt modelId="{3814EFFD-D1C4-4D64-A39F-C0068E2C7EAC}" type="pres">
      <dgm:prSet presAssocID="{87B5E00D-4F94-4C33-A0EE-D7A310BD90EC}" presName="rootText" presStyleLbl="node4" presStyleIdx="3" presStyleCnt="13" custLinFactNeighborX="32778" custLinFactNeighborY="1570">
        <dgm:presLayoutVars>
          <dgm:chPref val="3"/>
        </dgm:presLayoutVars>
      </dgm:prSet>
      <dgm:spPr/>
    </dgm:pt>
    <dgm:pt modelId="{7800C4BE-A7FA-42B1-AF85-325D27F1C6BB}" type="pres">
      <dgm:prSet presAssocID="{87B5E00D-4F94-4C33-A0EE-D7A310BD90EC}" presName="rootConnector" presStyleLbl="node4" presStyleIdx="3" presStyleCnt="13"/>
      <dgm:spPr/>
    </dgm:pt>
    <dgm:pt modelId="{4E97F237-97BE-495F-857B-29FE86036219}" type="pres">
      <dgm:prSet presAssocID="{87B5E00D-4F94-4C33-A0EE-D7A310BD90EC}" presName="hierChild4" presStyleCnt="0"/>
      <dgm:spPr/>
    </dgm:pt>
    <dgm:pt modelId="{BB947EF3-1EAE-43D6-98DE-C281C23F0EB8}" type="pres">
      <dgm:prSet presAssocID="{87B5E00D-4F94-4C33-A0EE-D7A310BD90EC}" presName="hierChild5" presStyleCnt="0"/>
      <dgm:spPr/>
    </dgm:pt>
    <dgm:pt modelId="{9F2BE37E-BF4A-450C-A233-38FE480D44FA}" type="pres">
      <dgm:prSet presAssocID="{54E1C12D-F227-4C3D-B3CD-B81292009F4C}" presName="Name37" presStyleLbl="parChTrans1D4" presStyleIdx="4" presStyleCnt="13"/>
      <dgm:spPr/>
    </dgm:pt>
    <dgm:pt modelId="{CD4581FD-9606-47D9-AA64-ABBDC6DA798D}" type="pres">
      <dgm:prSet presAssocID="{3B3EDA14-DD6D-4C54-A77F-665BD8278EC5}" presName="hierRoot2" presStyleCnt="0">
        <dgm:presLayoutVars>
          <dgm:hierBranch val="init"/>
        </dgm:presLayoutVars>
      </dgm:prSet>
      <dgm:spPr/>
    </dgm:pt>
    <dgm:pt modelId="{D8D2372E-D2C5-4561-A36E-499705DA2150}" type="pres">
      <dgm:prSet presAssocID="{3B3EDA14-DD6D-4C54-A77F-665BD8278EC5}" presName="rootComposite" presStyleCnt="0"/>
      <dgm:spPr/>
    </dgm:pt>
    <dgm:pt modelId="{7B9841E3-777C-4B5F-AFB0-828FBB16A73E}" type="pres">
      <dgm:prSet presAssocID="{3B3EDA14-DD6D-4C54-A77F-665BD8278EC5}" presName="rootText" presStyleLbl="node4" presStyleIdx="4" presStyleCnt="13" custLinFactNeighborX="34939" custLinFactNeighborY="-4322">
        <dgm:presLayoutVars>
          <dgm:chPref val="3"/>
        </dgm:presLayoutVars>
      </dgm:prSet>
      <dgm:spPr/>
    </dgm:pt>
    <dgm:pt modelId="{300D72EE-DC9A-419C-B3C0-233C1AB88001}" type="pres">
      <dgm:prSet presAssocID="{3B3EDA14-DD6D-4C54-A77F-665BD8278EC5}" presName="rootConnector" presStyleLbl="node4" presStyleIdx="4" presStyleCnt="13"/>
      <dgm:spPr/>
    </dgm:pt>
    <dgm:pt modelId="{77C50E0B-8277-45EA-AEF6-DC7A059C8D14}" type="pres">
      <dgm:prSet presAssocID="{3B3EDA14-DD6D-4C54-A77F-665BD8278EC5}" presName="hierChild4" presStyleCnt="0"/>
      <dgm:spPr/>
    </dgm:pt>
    <dgm:pt modelId="{FC34620A-1564-4FEC-A685-97AE54D89920}" type="pres">
      <dgm:prSet presAssocID="{3B3EDA14-DD6D-4C54-A77F-665BD8278EC5}" presName="hierChild5" presStyleCnt="0"/>
      <dgm:spPr/>
    </dgm:pt>
    <dgm:pt modelId="{CBEE5838-8577-4659-AED0-BE3999A8B500}" type="pres">
      <dgm:prSet presAssocID="{EF5C580C-EAB1-41C2-9BCA-D005147C586D}" presName="hierChild5" presStyleCnt="0"/>
      <dgm:spPr/>
    </dgm:pt>
    <dgm:pt modelId="{76D4A9DF-0E87-4D7E-B48F-8D430A8C2EFC}" type="pres">
      <dgm:prSet presAssocID="{064A4964-1DE4-47DB-9360-C22B6C9B5BAF}" presName="Name37" presStyleLbl="parChTrans1D3" presStyleIdx="1" presStyleCnt="4"/>
      <dgm:spPr/>
    </dgm:pt>
    <dgm:pt modelId="{00E46EB4-A78E-405A-BDF0-74E977FE8926}" type="pres">
      <dgm:prSet presAssocID="{2D24E36F-5CC6-4A78-B6EA-EC1AB0FF10E5}" presName="hierRoot2" presStyleCnt="0">
        <dgm:presLayoutVars>
          <dgm:hierBranch val="init"/>
        </dgm:presLayoutVars>
      </dgm:prSet>
      <dgm:spPr/>
    </dgm:pt>
    <dgm:pt modelId="{3B3C9550-D397-4FFA-9C24-743781166AE9}" type="pres">
      <dgm:prSet presAssocID="{2D24E36F-5CC6-4A78-B6EA-EC1AB0FF10E5}" presName="rootComposite" presStyleCnt="0"/>
      <dgm:spPr/>
    </dgm:pt>
    <dgm:pt modelId="{D9A4E8F8-6FDF-4F2A-A508-77C3A35A9554}" type="pres">
      <dgm:prSet presAssocID="{2D24E36F-5CC6-4A78-B6EA-EC1AB0FF10E5}" presName="rootText" presStyleLbl="node3" presStyleIdx="1" presStyleCnt="4" custScaleX="272953" custLinFactNeighborX="629" custLinFactNeighborY="2485">
        <dgm:presLayoutVars>
          <dgm:chPref val="3"/>
        </dgm:presLayoutVars>
      </dgm:prSet>
      <dgm:spPr/>
    </dgm:pt>
    <dgm:pt modelId="{27883416-8E0A-4E27-90D1-505E7806671D}" type="pres">
      <dgm:prSet presAssocID="{2D24E36F-5CC6-4A78-B6EA-EC1AB0FF10E5}" presName="rootConnector" presStyleLbl="node3" presStyleIdx="1" presStyleCnt="4"/>
      <dgm:spPr/>
    </dgm:pt>
    <dgm:pt modelId="{EAD9FB65-F251-4A78-8889-C63BEE661529}" type="pres">
      <dgm:prSet presAssocID="{2D24E36F-5CC6-4A78-B6EA-EC1AB0FF10E5}" presName="hierChild4" presStyleCnt="0"/>
      <dgm:spPr/>
    </dgm:pt>
    <dgm:pt modelId="{C45DD045-CCCD-457D-9423-9CA44D9E8B26}" type="pres">
      <dgm:prSet presAssocID="{344E710D-D6F0-4D70-B176-C01FB83B8B05}" presName="Name37" presStyleLbl="parChTrans1D4" presStyleIdx="5" presStyleCnt="13"/>
      <dgm:spPr/>
    </dgm:pt>
    <dgm:pt modelId="{B539C3A3-CCE1-4272-9D7E-DCAD61BA9D1C}" type="pres">
      <dgm:prSet presAssocID="{725B48C8-53BC-4468-82CD-E52E9402ACE0}" presName="hierRoot2" presStyleCnt="0">
        <dgm:presLayoutVars>
          <dgm:hierBranch val="init"/>
        </dgm:presLayoutVars>
      </dgm:prSet>
      <dgm:spPr/>
    </dgm:pt>
    <dgm:pt modelId="{0A484207-2528-4AE1-96DB-346F60F18B1C}" type="pres">
      <dgm:prSet presAssocID="{725B48C8-53BC-4468-82CD-E52E9402ACE0}" presName="rootComposite" presStyleCnt="0"/>
      <dgm:spPr/>
    </dgm:pt>
    <dgm:pt modelId="{8683F739-E635-4D45-B03D-BAD538A52A64}" type="pres">
      <dgm:prSet presAssocID="{725B48C8-53BC-4468-82CD-E52E9402ACE0}" presName="rootText" presStyleLbl="node4" presStyleIdx="5" presStyleCnt="13" custLinFactNeighborX="10540" custLinFactNeighborY="8546">
        <dgm:presLayoutVars>
          <dgm:chPref val="3"/>
        </dgm:presLayoutVars>
      </dgm:prSet>
      <dgm:spPr/>
    </dgm:pt>
    <dgm:pt modelId="{B48A584A-8343-49D9-BCBF-B11FDBEEB0B5}" type="pres">
      <dgm:prSet presAssocID="{725B48C8-53BC-4468-82CD-E52E9402ACE0}" presName="rootConnector" presStyleLbl="node4" presStyleIdx="5" presStyleCnt="13"/>
      <dgm:spPr/>
    </dgm:pt>
    <dgm:pt modelId="{98B05262-AB52-4ABA-9E6D-D8BB88BAD8BF}" type="pres">
      <dgm:prSet presAssocID="{725B48C8-53BC-4468-82CD-E52E9402ACE0}" presName="hierChild4" presStyleCnt="0"/>
      <dgm:spPr/>
    </dgm:pt>
    <dgm:pt modelId="{D0BE817C-81B2-4162-91E8-22CCF06769C4}" type="pres">
      <dgm:prSet presAssocID="{725B48C8-53BC-4468-82CD-E52E9402ACE0}" presName="hierChild5" presStyleCnt="0"/>
      <dgm:spPr/>
    </dgm:pt>
    <dgm:pt modelId="{844CD87B-10DD-48ED-A736-91D92A160D33}" type="pres">
      <dgm:prSet presAssocID="{B6F475CD-45D9-435E-8F3E-FA2D3369B61D}" presName="Name37" presStyleLbl="parChTrans1D4" presStyleIdx="6" presStyleCnt="13"/>
      <dgm:spPr/>
    </dgm:pt>
    <dgm:pt modelId="{E351DD1E-28FB-4FD5-BAA2-524B1B5FCDFA}" type="pres">
      <dgm:prSet presAssocID="{A5815EF0-70ED-4F8F-B90F-E87FB4DD2BC7}" presName="hierRoot2" presStyleCnt="0">
        <dgm:presLayoutVars>
          <dgm:hierBranch val="init"/>
        </dgm:presLayoutVars>
      </dgm:prSet>
      <dgm:spPr/>
    </dgm:pt>
    <dgm:pt modelId="{A9F88F83-1A47-4CFD-900C-F4692A96C2B6}" type="pres">
      <dgm:prSet presAssocID="{A5815EF0-70ED-4F8F-B90F-E87FB4DD2BC7}" presName="rootComposite" presStyleCnt="0"/>
      <dgm:spPr/>
    </dgm:pt>
    <dgm:pt modelId="{F31B6784-85D8-44C2-8C61-E543A8D5069F}" type="pres">
      <dgm:prSet presAssocID="{A5815EF0-70ED-4F8F-B90F-E87FB4DD2BC7}" presName="rootText" presStyleLbl="node4" presStyleIdx="6" presStyleCnt="13" custLinFactNeighborX="7446" custLinFactNeighborY="7462">
        <dgm:presLayoutVars>
          <dgm:chPref val="3"/>
        </dgm:presLayoutVars>
      </dgm:prSet>
      <dgm:spPr/>
    </dgm:pt>
    <dgm:pt modelId="{6E93F268-1DD8-48E4-926B-8D775E447668}" type="pres">
      <dgm:prSet presAssocID="{A5815EF0-70ED-4F8F-B90F-E87FB4DD2BC7}" presName="rootConnector" presStyleLbl="node4" presStyleIdx="6" presStyleCnt="13"/>
      <dgm:spPr/>
    </dgm:pt>
    <dgm:pt modelId="{C1764630-D5B7-4080-A473-BF699386B2D4}" type="pres">
      <dgm:prSet presAssocID="{A5815EF0-70ED-4F8F-B90F-E87FB4DD2BC7}" presName="hierChild4" presStyleCnt="0"/>
      <dgm:spPr/>
    </dgm:pt>
    <dgm:pt modelId="{ECC42909-EA58-45D6-B8E8-4B437F0F0BD8}" type="pres">
      <dgm:prSet presAssocID="{A5815EF0-70ED-4F8F-B90F-E87FB4DD2BC7}" presName="hierChild5" presStyleCnt="0"/>
      <dgm:spPr/>
    </dgm:pt>
    <dgm:pt modelId="{3B7105A1-386A-4E96-AA2C-DA3B3DFFD6B8}" type="pres">
      <dgm:prSet presAssocID="{B9BDEBCE-E485-48B3-8595-1AD94B48197B}" presName="Name37" presStyleLbl="parChTrans1D4" presStyleIdx="7" presStyleCnt="13"/>
      <dgm:spPr/>
    </dgm:pt>
    <dgm:pt modelId="{4A176D90-E21B-47DC-A516-0BA23D5BC4CD}" type="pres">
      <dgm:prSet presAssocID="{CEC1B821-8562-4576-A8B7-0A96AE3F2FA9}" presName="hierRoot2" presStyleCnt="0">
        <dgm:presLayoutVars>
          <dgm:hierBranch val="init"/>
        </dgm:presLayoutVars>
      </dgm:prSet>
      <dgm:spPr/>
    </dgm:pt>
    <dgm:pt modelId="{5494E7B7-A7B2-4B9D-8E97-D68B91BB745F}" type="pres">
      <dgm:prSet presAssocID="{CEC1B821-8562-4576-A8B7-0A96AE3F2FA9}" presName="rootComposite" presStyleCnt="0"/>
      <dgm:spPr/>
    </dgm:pt>
    <dgm:pt modelId="{20632C0B-81A6-4837-8CB6-C7687741588B}" type="pres">
      <dgm:prSet presAssocID="{CEC1B821-8562-4576-A8B7-0A96AE3F2FA9}" presName="rootText" presStyleLbl="node4" presStyleIdx="7" presStyleCnt="13" custLinFactNeighborX="3568">
        <dgm:presLayoutVars>
          <dgm:chPref val="3"/>
        </dgm:presLayoutVars>
      </dgm:prSet>
      <dgm:spPr/>
    </dgm:pt>
    <dgm:pt modelId="{C8AC12DA-F6D0-4582-9856-C9A2FF185128}" type="pres">
      <dgm:prSet presAssocID="{CEC1B821-8562-4576-A8B7-0A96AE3F2FA9}" presName="rootConnector" presStyleLbl="node4" presStyleIdx="7" presStyleCnt="13"/>
      <dgm:spPr/>
    </dgm:pt>
    <dgm:pt modelId="{D6573FDA-6290-40DC-A3AD-50AE8A7DC79F}" type="pres">
      <dgm:prSet presAssocID="{CEC1B821-8562-4576-A8B7-0A96AE3F2FA9}" presName="hierChild4" presStyleCnt="0"/>
      <dgm:spPr/>
    </dgm:pt>
    <dgm:pt modelId="{38519D27-CAD0-4D0E-8BB3-ADE352C08A90}" type="pres">
      <dgm:prSet presAssocID="{CEC1B821-8562-4576-A8B7-0A96AE3F2FA9}" presName="hierChild5" presStyleCnt="0"/>
      <dgm:spPr/>
    </dgm:pt>
    <dgm:pt modelId="{2A489F0B-73B9-41F9-8AA0-CB8A0D7341FA}" type="pres">
      <dgm:prSet presAssocID="{2D24E36F-5CC6-4A78-B6EA-EC1AB0FF10E5}" presName="hierChild5" presStyleCnt="0"/>
      <dgm:spPr/>
    </dgm:pt>
    <dgm:pt modelId="{72A897FD-F225-41D6-B703-5A55FEF20A38}" type="pres">
      <dgm:prSet presAssocID="{B75FA842-0586-43A5-A260-BC7B20E77BF9}" presName="Name37" presStyleLbl="parChTrans1D3" presStyleIdx="2" presStyleCnt="4"/>
      <dgm:spPr/>
    </dgm:pt>
    <dgm:pt modelId="{D1B3A30C-403A-40C6-B042-7C160EDEA0A6}" type="pres">
      <dgm:prSet presAssocID="{0F0D447F-797D-40A3-A7BE-BDCC6DB48E84}" presName="hierRoot2" presStyleCnt="0">
        <dgm:presLayoutVars>
          <dgm:hierBranch val="init"/>
        </dgm:presLayoutVars>
      </dgm:prSet>
      <dgm:spPr/>
    </dgm:pt>
    <dgm:pt modelId="{218DB686-9B1F-48BB-90A0-8619C285170E}" type="pres">
      <dgm:prSet presAssocID="{0F0D447F-797D-40A3-A7BE-BDCC6DB48E84}" presName="rootComposite" presStyleCnt="0"/>
      <dgm:spPr/>
    </dgm:pt>
    <dgm:pt modelId="{23009403-5DBE-40A2-9072-8774B3AC9F78}" type="pres">
      <dgm:prSet presAssocID="{0F0D447F-797D-40A3-A7BE-BDCC6DB48E84}" presName="rootText" presStyleLbl="node3" presStyleIdx="2" presStyleCnt="4" custScaleX="260666" custLinFactNeighborX="-2798" custLinFactNeighborY="2197">
        <dgm:presLayoutVars>
          <dgm:chPref val="3"/>
        </dgm:presLayoutVars>
      </dgm:prSet>
      <dgm:spPr/>
    </dgm:pt>
    <dgm:pt modelId="{74758BDD-718F-46F7-96F6-EF512382F467}" type="pres">
      <dgm:prSet presAssocID="{0F0D447F-797D-40A3-A7BE-BDCC6DB48E84}" presName="rootConnector" presStyleLbl="node3" presStyleIdx="2" presStyleCnt="4"/>
      <dgm:spPr/>
    </dgm:pt>
    <dgm:pt modelId="{6C5A11E2-9CF9-4944-B5B3-6A93EC5ED965}" type="pres">
      <dgm:prSet presAssocID="{0F0D447F-797D-40A3-A7BE-BDCC6DB48E84}" presName="hierChild4" presStyleCnt="0"/>
      <dgm:spPr/>
    </dgm:pt>
    <dgm:pt modelId="{7CE2310F-1BEB-4B3C-9D8E-51FDABB91544}" type="pres">
      <dgm:prSet presAssocID="{6B48A268-90E4-4D66-9B34-17788F7A6EEA}" presName="Name37" presStyleLbl="parChTrans1D4" presStyleIdx="8" presStyleCnt="13"/>
      <dgm:spPr/>
    </dgm:pt>
    <dgm:pt modelId="{7B158CC8-041B-489A-95C2-C4E5D572AC97}" type="pres">
      <dgm:prSet presAssocID="{DAAC3B1C-5D2F-42A2-B972-5AAA6DD781F1}" presName="hierRoot2" presStyleCnt="0">
        <dgm:presLayoutVars>
          <dgm:hierBranch val="init"/>
        </dgm:presLayoutVars>
      </dgm:prSet>
      <dgm:spPr/>
    </dgm:pt>
    <dgm:pt modelId="{247F35B7-657F-451A-A4FD-691E9459A451}" type="pres">
      <dgm:prSet presAssocID="{DAAC3B1C-5D2F-42A2-B972-5AAA6DD781F1}" presName="rootComposite" presStyleCnt="0"/>
      <dgm:spPr/>
    </dgm:pt>
    <dgm:pt modelId="{C486216C-8A7C-436D-8E53-FE6BE5705371}" type="pres">
      <dgm:prSet presAssocID="{DAAC3B1C-5D2F-42A2-B972-5AAA6DD781F1}" presName="rootText" presStyleLbl="node4" presStyleIdx="8" presStyleCnt="13">
        <dgm:presLayoutVars>
          <dgm:chPref val="3"/>
        </dgm:presLayoutVars>
      </dgm:prSet>
      <dgm:spPr/>
    </dgm:pt>
    <dgm:pt modelId="{DE529843-8347-409E-A3DD-A122A24BB4C0}" type="pres">
      <dgm:prSet presAssocID="{DAAC3B1C-5D2F-42A2-B972-5AAA6DD781F1}" presName="rootConnector" presStyleLbl="node4" presStyleIdx="8" presStyleCnt="13"/>
      <dgm:spPr/>
    </dgm:pt>
    <dgm:pt modelId="{75262397-DDA2-4225-9FD3-0739AEFAA462}" type="pres">
      <dgm:prSet presAssocID="{DAAC3B1C-5D2F-42A2-B972-5AAA6DD781F1}" presName="hierChild4" presStyleCnt="0"/>
      <dgm:spPr/>
    </dgm:pt>
    <dgm:pt modelId="{4E271449-A446-4D6D-A3BF-766B019F61AC}" type="pres">
      <dgm:prSet presAssocID="{DAAC3B1C-5D2F-42A2-B972-5AAA6DD781F1}" presName="hierChild5" presStyleCnt="0"/>
      <dgm:spPr/>
    </dgm:pt>
    <dgm:pt modelId="{D642449A-CF8E-480D-AE30-E38736C30D7A}" type="pres">
      <dgm:prSet presAssocID="{7066C124-0AAE-4E0C-8230-ED20D871A274}" presName="Name37" presStyleLbl="parChTrans1D4" presStyleIdx="9" presStyleCnt="13"/>
      <dgm:spPr/>
    </dgm:pt>
    <dgm:pt modelId="{92CD30F2-42BF-4062-AFE1-615770205EB9}" type="pres">
      <dgm:prSet presAssocID="{F51D3F8F-D91A-41B9-A673-9CC6AAC5DCFA}" presName="hierRoot2" presStyleCnt="0">
        <dgm:presLayoutVars>
          <dgm:hierBranch val="init"/>
        </dgm:presLayoutVars>
      </dgm:prSet>
      <dgm:spPr/>
    </dgm:pt>
    <dgm:pt modelId="{F64AF1AD-B54C-4518-A1AB-FEE539233DDC}" type="pres">
      <dgm:prSet presAssocID="{F51D3F8F-D91A-41B9-A673-9CC6AAC5DCFA}" presName="rootComposite" presStyleCnt="0"/>
      <dgm:spPr/>
    </dgm:pt>
    <dgm:pt modelId="{21B9705C-438F-4F66-8F77-F53EA85F5504}" type="pres">
      <dgm:prSet presAssocID="{F51D3F8F-D91A-41B9-A673-9CC6AAC5DCFA}" presName="rootText" presStyleLbl="node4" presStyleIdx="9" presStyleCnt="13">
        <dgm:presLayoutVars>
          <dgm:chPref val="3"/>
        </dgm:presLayoutVars>
      </dgm:prSet>
      <dgm:spPr/>
    </dgm:pt>
    <dgm:pt modelId="{C56BAE8A-22B6-405F-97BB-A53B191DAECB}" type="pres">
      <dgm:prSet presAssocID="{F51D3F8F-D91A-41B9-A673-9CC6AAC5DCFA}" presName="rootConnector" presStyleLbl="node4" presStyleIdx="9" presStyleCnt="13"/>
      <dgm:spPr/>
    </dgm:pt>
    <dgm:pt modelId="{15BE6CEF-0348-4D83-8BE5-E7D97BE0A708}" type="pres">
      <dgm:prSet presAssocID="{F51D3F8F-D91A-41B9-A673-9CC6AAC5DCFA}" presName="hierChild4" presStyleCnt="0"/>
      <dgm:spPr/>
    </dgm:pt>
    <dgm:pt modelId="{0781B952-EA33-44E0-9F40-632819DA3AC9}" type="pres">
      <dgm:prSet presAssocID="{F51D3F8F-D91A-41B9-A673-9CC6AAC5DCFA}" presName="hierChild5" presStyleCnt="0"/>
      <dgm:spPr/>
    </dgm:pt>
    <dgm:pt modelId="{E0A6D8B9-F7F8-4E56-8884-F2E0AD4EBE8E}" type="pres">
      <dgm:prSet presAssocID="{0F0D447F-797D-40A3-A7BE-BDCC6DB48E84}" presName="hierChild5" presStyleCnt="0"/>
      <dgm:spPr/>
    </dgm:pt>
    <dgm:pt modelId="{7F7CF120-943B-4A27-9642-CFE477BC1E4F}" type="pres">
      <dgm:prSet presAssocID="{A521631F-7193-45E1-9B83-686C66D8BB61}" presName="Name37" presStyleLbl="parChTrans1D3" presStyleIdx="3" presStyleCnt="4"/>
      <dgm:spPr/>
    </dgm:pt>
    <dgm:pt modelId="{E70A5928-261F-4B74-B638-0E32BA7B6BD0}" type="pres">
      <dgm:prSet presAssocID="{D7D73516-C860-4C3E-B5F7-7E0A56DB143E}" presName="hierRoot2" presStyleCnt="0">
        <dgm:presLayoutVars>
          <dgm:hierBranch val="init"/>
        </dgm:presLayoutVars>
      </dgm:prSet>
      <dgm:spPr/>
    </dgm:pt>
    <dgm:pt modelId="{00D9BA17-231C-4043-B75E-713D7D1DE53C}" type="pres">
      <dgm:prSet presAssocID="{D7D73516-C860-4C3E-B5F7-7E0A56DB143E}" presName="rootComposite" presStyleCnt="0"/>
      <dgm:spPr/>
    </dgm:pt>
    <dgm:pt modelId="{85474E5B-3B98-4733-BD1A-D91E59561E89}" type="pres">
      <dgm:prSet presAssocID="{D7D73516-C860-4C3E-B5F7-7E0A56DB143E}" presName="rootText" presStyleLbl="node3" presStyleIdx="3" presStyleCnt="4" custScaleX="246042" custLinFactNeighborX="23318" custLinFactNeighborY="2197">
        <dgm:presLayoutVars>
          <dgm:chPref val="3"/>
        </dgm:presLayoutVars>
      </dgm:prSet>
      <dgm:spPr/>
    </dgm:pt>
    <dgm:pt modelId="{1E622BEE-2C8C-4484-B71D-85B404A182A2}" type="pres">
      <dgm:prSet presAssocID="{D7D73516-C860-4C3E-B5F7-7E0A56DB143E}" presName="rootConnector" presStyleLbl="node3" presStyleIdx="3" presStyleCnt="4"/>
      <dgm:spPr/>
    </dgm:pt>
    <dgm:pt modelId="{D1887703-7563-45B7-A5A8-D882C6780E7C}" type="pres">
      <dgm:prSet presAssocID="{D7D73516-C860-4C3E-B5F7-7E0A56DB143E}" presName="hierChild4" presStyleCnt="0"/>
      <dgm:spPr/>
    </dgm:pt>
    <dgm:pt modelId="{FE7E8C00-4EB9-4836-95FD-305371CB94CC}" type="pres">
      <dgm:prSet presAssocID="{D3A3F9B9-6ADD-4A4E-AD9F-22F0D5D2C17C}" presName="Name37" presStyleLbl="parChTrans1D4" presStyleIdx="10" presStyleCnt="13"/>
      <dgm:spPr/>
    </dgm:pt>
    <dgm:pt modelId="{7E809A74-C5F2-409B-A1BD-8D9CA744D257}" type="pres">
      <dgm:prSet presAssocID="{D308C98B-D631-4AB1-8D07-805D8E1A9C9E}" presName="hierRoot2" presStyleCnt="0">
        <dgm:presLayoutVars>
          <dgm:hierBranch val="init"/>
        </dgm:presLayoutVars>
      </dgm:prSet>
      <dgm:spPr/>
    </dgm:pt>
    <dgm:pt modelId="{05EAC5FC-A558-4F12-A419-17B6A38691E5}" type="pres">
      <dgm:prSet presAssocID="{D308C98B-D631-4AB1-8D07-805D8E1A9C9E}" presName="rootComposite" presStyleCnt="0"/>
      <dgm:spPr/>
    </dgm:pt>
    <dgm:pt modelId="{FB95240F-7592-4EE1-8917-58616060829A}" type="pres">
      <dgm:prSet presAssocID="{D308C98B-D631-4AB1-8D07-805D8E1A9C9E}" presName="rootText" presStyleLbl="node4" presStyleIdx="10" presStyleCnt="13" custLinFactNeighborX="52232" custLinFactNeighborY="-9327">
        <dgm:presLayoutVars>
          <dgm:chPref val="3"/>
        </dgm:presLayoutVars>
      </dgm:prSet>
      <dgm:spPr/>
    </dgm:pt>
    <dgm:pt modelId="{54730F7B-66FB-48C5-8657-97508E3D90A4}" type="pres">
      <dgm:prSet presAssocID="{D308C98B-D631-4AB1-8D07-805D8E1A9C9E}" presName="rootConnector" presStyleLbl="node4" presStyleIdx="10" presStyleCnt="13"/>
      <dgm:spPr/>
    </dgm:pt>
    <dgm:pt modelId="{2759541E-8072-46BC-BE77-B6AD89D3331D}" type="pres">
      <dgm:prSet presAssocID="{D308C98B-D631-4AB1-8D07-805D8E1A9C9E}" presName="hierChild4" presStyleCnt="0"/>
      <dgm:spPr/>
    </dgm:pt>
    <dgm:pt modelId="{5ED3F1F5-E874-4082-BD7D-0092BEABDE1F}" type="pres">
      <dgm:prSet presAssocID="{D308C98B-D631-4AB1-8D07-805D8E1A9C9E}" presName="hierChild5" presStyleCnt="0"/>
      <dgm:spPr/>
    </dgm:pt>
    <dgm:pt modelId="{B64C6969-627C-4F1F-B528-82BF1AB39FF0}" type="pres">
      <dgm:prSet presAssocID="{9ABE2031-88D9-431D-BCC4-EE03DBCC1A08}" presName="Name37" presStyleLbl="parChTrans1D4" presStyleIdx="11" presStyleCnt="13"/>
      <dgm:spPr/>
    </dgm:pt>
    <dgm:pt modelId="{C50E1362-8C5F-489C-A20A-AE75487B9C1C}" type="pres">
      <dgm:prSet presAssocID="{5E7827A5-0E13-4C73-9045-3A7C023D9A3E}" presName="hierRoot2" presStyleCnt="0">
        <dgm:presLayoutVars>
          <dgm:hierBranch val="init"/>
        </dgm:presLayoutVars>
      </dgm:prSet>
      <dgm:spPr/>
    </dgm:pt>
    <dgm:pt modelId="{073630F1-27E3-416A-90F0-688205FDDB9E}" type="pres">
      <dgm:prSet presAssocID="{5E7827A5-0E13-4C73-9045-3A7C023D9A3E}" presName="rootComposite" presStyleCnt="0"/>
      <dgm:spPr/>
    </dgm:pt>
    <dgm:pt modelId="{42C51336-5706-442B-8D2B-0D90CBC4B77C}" type="pres">
      <dgm:prSet presAssocID="{5E7827A5-0E13-4C73-9045-3A7C023D9A3E}" presName="rootText" presStyleLbl="node4" presStyleIdx="11" presStyleCnt="13" custLinFactNeighborX="48501">
        <dgm:presLayoutVars>
          <dgm:chPref val="3"/>
        </dgm:presLayoutVars>
      </dgm:prSet>
      <dgm:spPr/>
    </dgm:pt>
    <dgm:pt modelId="{F36A4A76-DD56-4109-BCA4-F053E249EC94}" type="pres">
      <dgm:prSet presAssocID="{5E7827A5-0E13-4C73-9045-3A7C023D9A3E}" presName="rootConnector" presStyleLbl="node4" presStyleIdx="11" presStyleCnt="13"/>
      <dgm:spPr/>
    </dgm:pt>
    <dgm:pt modelId="{394CE94E-D1FE-465A-B8F1-90426C375DD6}" type="pres">
      <dgm:prSet presAssocID="{5E7827A5-0E13-4C73-9045-3A7C023D9A3E}" presName="hierChild4" presStyleCnt="0"/>
      <dgm:spPr/>
    </dgm:pt>
    <dgm:pt modelId="{03C1105A-B65D-483A-A06D-4C84D738FB3E}" type="pres">
      <dgm:prSet presAssocID="{5E7827A5-0E13-4C73-9045-3A7C023D9A3E}" presName="hierChild5" presStyleCnt="0"/>
      <dgm:spPr/>
    </dgm:pt>
    <dgm:pt modelId="{EB1BF7E5-76C1-40AB-9209-A718D0894030}" type="pres">
      <dgm:prSet presAssocID="{C0DEEC4E-BDE8-4524-BD21-F92529B381B5}" presName="Name37" presStyleLbl="parChTrans1D4" presStyleIdx="12" presStyleCnt="13"/>
      <dgm:spPr/>
    </dgm:pt>
    <dgm:pt modelId="{17E987B4-74A1-42D5-80BF-60D201DE0569}" type="pres">
      <dgm:prSet presAssocID="{71DBE8AA-03FF-4F9C-AA45-4318B56D3E98}" presName="hierRoot2" presStyleCnt="0">
        <dgm:presLayoutVars>
          <dgm:hierBranch val="init"/>
        </dgm:presLayoutVars>
      </dgm:prSet>
      <dgm:spPr/>
    </dgm:pt>
    <dgm:pt modelId="{81E1F30B-14E2-46B9-A6BD-E8F881F4E897}" type="pres">
      <dgm:prSet presAssocID="{71DBE8AA-03FF-4F9C-AA45-4318B56D3E98}" presName="rootComposite" presStyleCnt="0"/>
      <dgm:spPr/>
    </dgm:pt>
    <dgm:pt modelId="{CD484264-F140-43A6-925D-9B1B64DD17F3}" type="pres">
      <dgm:prSet presAssocID="{71DBE8AA-03FF-4F9C-AA45-4318B56D3E98}" presName="rootText" presStyleLbl="node4" presStyleIdx="12" presStyleCnt="13" custLinFactNeighborX="42905">
        <dgm:presLayoutVars>
          <dgm:chPref val="3"/>
        </dgm:presLayoutVars>
      </dgm:prSet>
      <dgm:spPr/>
    </dgm:pt>
    <dgm:pt modelId="{97A14FCE-D472-410B-9937-AAEC29451B50}" type="pres">
      <dgm:prSet presAssocID="{71DBE8AA-03FF-4F9C-AA45-4318B56D3E98}" presName="rootConnector" presStyleLbl="node4" presStyleIdx="12" presStyleCnt="13"/>
      <dgm:spPr/>
    </dgm:pt>
    <dgm:pt modelId="{0AABE744-8EFE-4B6C-B9E6-9879BA3C0C59}" type="pres">
      <dgm:prSet presAssocID="{71DBE8AA-03FF-4F9C-AA45-4318B56D3E98}" presName="hierChild4" presStyleCnt="0"/>
      <dgm:spPr/>
    </dgm:pt>
    <dgm:pt modelId="{8C9D4C1E-BA23-4DBB-83DE-E716088B2313}" type="pres">
      <dgm:prSet presAssocID="{71DBE8AA-03FF-4F9C-AA45-4318B56D3E98}" presName="hierChild5" presStyleCnt="0"/>
      <dgm:spPr/>
    </dgm:pt>
    <dgm:pt modelId="{B6EFE0F9-4CD4-42EF-A7A6-2C29130D6ABF}" type="pres">
      <dgm:prSet presAssocID="{D7D73516-C860-4C3E-B5F7-7E0A56DB143E}" presName="hierChild5" presStyleCnt="0"/>
      <dgm:spPr/>
    </dgm:pt>
    <dgm:pt modelId="{39048662-6856-4584-86B8-58FBC8F9264C}" type="pres">
      <dgm:prSet presAssocID="{0E663EC2-E753-4927-8409-8CC8BE2A8C72}" presName="hierChild5" presStyleCnt="0"/>
      <dgm:spPr/>
    </dgm:pt>
    <dgm:pt modelId="{9F9C440F-C0CF-4F44-A40C-3F64D48CD0BB}" type="pres">
      <dgm:prSet presAssocID="{B0179103-A08B-41DA-896E-B2954A5DCD16}" presName="hierChild3" presStyleCnt="0"/>
      <dgm:spPr/>
    </dgm:pt>
  </dgm:ptLst>
  <dgm:cxnLst>
    <dgm:cxn modelId="{976CF700-88A4-498E-8559-7C83F1A8BAB9}" srcId="{71481DE0-048B-4B16-81C4-BB313FE1B6D7}" destId="{B0179103-A08B-41DA-896E-B2954A5DCD16}" srcOrd="0" destOrd="0" parTransId="{48A10CFB-88AD-4D0B-ABC5-8A7E5AA28662}" sibTransId="{D42A9362-B993-4D50-BD13-F592CA1979AA}"/>
    <dgm:cxn modelId="{3D762803-54D2-49CE-B1C7-9DD8023773BA}" type="presOf" srcId="{D3A3F9B9-6ADD-4A4E-AD9F-22F0D5D2C17C}" destId="{FE7E8C00-4EB9-4836-95FD-305371CB94CC}" srcOrd="0" destOrd="0" presId="urn:microsoft.com/office/officeart/2005/8/layout/orgChart1"/>
    <dgm:cxn modelId="{2281440C-A4E6-4A7F-BC86-9A8E1A8B1857}" srcId="{2D24E36F-5CC6-4A78-B6EA-EC1AB0FF10E5}" destId="{CEC1B821-8562-4576-A8B7-0A96AE3F2FA9}" srcOrd="2" destOrd="0" parTransId="{B9BDEBCE-E485-48B3-8595-1AD94B48197B}" sibTransId="{04F82886-3991-4306-86FD-A10351C42D84}"/>
    <dgm:cxn modelId="{66214411-EDA9-4076-AA55-41A91618A922}" type="presOf" srcId="{52DDC03F-E3C2-4992-938D-DB05D0BD785F}" destId="{A6667A33-0E4E-4870-8C10-C18983AF2385}" srcOrd="0" destOrd="0" presId="urn:microsoft.com/office/officeart/2005/8/layout/orgChart1"/>
    <dgm:cxn modelId="{2CE46016-D2B9-4A61-AA98-7216C5022337}" type="presOf" srcId="{E210E06A-EE54-4654-B9B8-B0C433A5B914}" destId="{711878CF-E268-468A-8899-95501ED9CA0D}" srcOrd="1" destOrd="0" presId="urn:microsoft.com/office/officeart/2005/8/layout/orgChart1"/>
    <dgm:cxn modelId="{68990917-8EF4-45F3-815D-E4F96B9730BB}" type="presOf" srcId="{54E1C12D-F227-4C3D-B3CD-B81292009F4C}" destId="{9F2BE37E-BF4A-450C-A233-38FE480D44FA}" srcOrd="0" destOrd="0" presId="urn:microsoft.com/office/officeart/2005/8/layout/orgChart1"/>
    <dgm:cxn modelId="{77EC541C-A87B-4600-9F71-4D7646662407}" type="presOf" srcId="{EF5C580C-EAB1-41C2-9BCA-D005147C586D}" destId="{048941F2-3605-472A-8725-2CE374BB8913}" srcOrd="0" destOrd="0" presId="urn:microsoft.com/office/officeart/2005/8/layout/orgChart1"/>
    <dgm:cxn modelId="{335C0528-6C1B-4C92-9D68-70F3ACFDAE12}" srcId="{D7D73516-C860-4C3E-B5F7-7E0A56DB143E}" destId="{D308C98B-D631-4AB1-8D07-805D8E1A9C9E}" srcOrd="0" destOrd="0" parTransId="{D3A3F9B9-6ADD-4A4E-AD9F-22F0D5D2C17C}" sibTransId="{5DB74F70-1DC2-4571-A609-CD366C3E1498}"/>
    <dgm:cxn modelId="{0B02352F-8C89-4603-9674-DBE4FEB988B6}" type="presOf" srcId="{D308C98B-D631-4AB1-8D07-805D8E1A9C9E}" destId="{54730F7B-66FB-48C5-8657-97508E3D90A4}" srcOrd="1" destOrd="0" presId="urn:microsoft.com/office/officeart/2005/8/layout/orgChart1"/>
    <dgm:cxn modelId="{AAC31E30-CED2-4928-9455-6415A7138E02}" srcId="{EF5C580C-EAB1-41C2-9BCA-D005147C586D}" destId="{C33170E1-9EFF-4931-A1BC-34559180E23E}" srcOrd="1" destOrd="0" parTransId="{60C0AB5E-14E3-461C-8FD8-9052D5CAF9E2}" sibTransId="{818ADEC1-B71B-4342-96FC-B92CE6F73F63}"/>
    <dgm:cxn modelId="{3ED17F33-E017-462D-A727-0A49C2B83974}" type="presOf" srcId="{DDDB9B7F-59F2-4DEA-8612-BC729E7128C3}" destId="{4359885F-1F68-4E7E-93FD-E4D6831A6ABB}" srcOrd="0" destOrd="0" presId="urn:microsoft.com/office/officeart/2005/8/layout/orgChart1"/>
    <dgm:cxn modelId="{10319535-E253-4FE9-9A78-209D86AA16A3}" type="presOf" srcId="{3B3EDA14-DD6D-4C54-A77F-665BD8278EC5}" destId="{7B9841E3-777C-4B5F-AFB0-828FBB16A73E}" srcOrd="0" destOrd="0" presId="urn:microsoft.com/office/officeart/2005/8/layout/orgChart1"/>
    <dgm:cxn modelId="{482A453C-8B1E-4C8B-8E58-99D37CF57876}" type="presOf" srcId="{71481DE0-048B-4B16-81C4-BB313FE1B6D7}" destId="{C414AA6F-7182-4B71-A433-93A240B6BEC1}" srcOrd="0" destOrd="0" presId="urn:microsoft.com/office/officeart/2005/8/layout/orgChart1"/>
    <dgm:cxn modelId="{4230CA3F-C822-4C16-A696-171DD40B1232}" srcId="{2D24E36F-5CC6-4A78-B6EA-EC1AB0FF10E5}" destId="{A5815EF0-70ED-4F8F-B90F-E87FB4DD2BC7}" srcOrd="1" destOrd="0" parTransId="{B6F475CD-45D9-435E-8F3E-FA2D3369B61D}" sibTransId="{21C8A961-4C1A-4D9E-8987-2DB5026D4091}"/>
    <dgm:cxn modelId="{144B2E62-32AC-4D0E-8131-C09073BF04BA}" type="presOf" srcId="{87B5E00D-4F94-4C33-A0EE-D7A310BD90EC}" destId="{3814EFFD-D1C4-4D64-A39F-C0068E2C7EAC}" srcOrd="0" destOrd="0" presId="urn:microsoft.com/office/officeart/2005/8/layout/orgChart1"/>
    <dgm:cxn modelId="{6B36A142-B117-4E77-A407-7088EF8CF879}" type="presOf" srcId="{725B48C8-53BC-4468-82CD-E52E9402ACE0}" destId="{8683F739-E635-4D45-B03D-BAD538A52A64}" srcOrd="0" destOrd="0" presId="urn:microsoft.com/office/officeart/2005/8/layout/orgChart1"/>
    <dgm:cxn modelId="{15A6C543-8792-4504-9119-97DC36734550}" type="presOf" srcId="{DAAC3B1C-5D2F-42A2-B972-5AAA6DD781F1}" destId="{C486216C-8A7C-436D-8E53-FE6BE5705371}" srcOrd="0" destOrd="0" presId="urn:microsoft.com/office/officeart/2005/8/layout/orgChart1"/>
    <dgm:cxn modelId="{D978284D-0F62-44B6-853D-A523752A9E21}" type="presOf" srcId="{F51D3F8F-D91A-41B9-A673-9CC6AAC5DCFA}" destId="{C56BAE8A-22B6-405F-97BB-A53B191DAECB}" srcOrd="1" destOrd="0" presId="urn:microsoft.com/office/officeart/2005/8/layout/orgChart1"/>
    <dgm:cxn modelId="{3A978351-F38E-42B6-A8CE-253496E3A266}" srcId="{0E663EC2-E753-4927-8409-8CC8BE2A8C72}" destId="{EF5C580C-EAB1-41C2-9BCA-D005147C586D}" srcOrd="0" destOrd="0" parTransId="{E015D157-0845-4557-BC07-489D65F689C2}" sibTransId="{DE8701B6-FC96-4F47-9260-8E0EA8EBCAD0}"/>
    <dgm:cxn modelId="{A1A37D74-06A6-4DC2-97C0-BE8C035FE1D7}" type="presOf" srcId="{5E7827A5-0E13-4C73-9045-3A7C023D9A3E}" destId="{F36A4A76-DD56-4109-BCA4-F053E249EC94}" srcOrd="1" destOrd="0" presId="urn:microsoft.com/office/officeart/2005/8/layout/orgChart1"/>
    <dgm:cxn modelId="{B91FDF54-86D5-4024-AD05-730A483BB5C8}" type="presOf" srcId="{EF5C580C-EAB1-41C2-9BCA-D005147C586D}" destId="{B548DDC0-AF13-4C1A-8B44-29B3531D17E1}" srcOrd="1" destOrd="0" presId="urn:microsoft.com/office/officeart/2005/8/layout/orgChart1"/>
    <dgm:cxn modelId="{9F097755-DB0A-49DC-9EAD-8D63FAFC9FD5}" type="presOf" srcId="{C0DEEC4E-BDE8-4524-BD21-F92529B381B5}" destId="{EB1BF7E5-76C1-40AB-9209-A718D0894030}" srcOrd="0" destOrd="0" presId="urn:microsoft.com/office/officeart/2005/8/layout/orgChart1"/>
    <dgm:cxn modelId="{2EEEA655-D399-4C90-9A46-69E4AD5015EA}" type="presOf" srcId="{344E710D-D6F0-4D70-B176-C01FB83B8B05}" destId="{C45DD045-CCCD-457D-9423-9CA44D9E8B26}" srcOrd="0" destOrd="0" presId="urn:microsoft.com/office/officeart/2005/8/layout/orgChart1"/>
    <dgm:cxn modelId="{9A72FC55-814F-4CF4-97DE-4A6B8540E12F}" type="presOf" srcId="{0E663EC2-E753-4927-8409-8CC8BE2A8C72}" destId="{EBC0934F-47E0-4378-9414-6ACD3F9516A8}" srcOrd="0" destOrd="0" presId="urn:microsoft.com/office/officeart/2005/8/layout/orgChart1"/>
    <dgm:cxn modelId="{8BBA7156-A6E6-4EFF-8FE8-12A0D83D5228}" srcId="{0E663EC2-E753-4927-8409-8CC8BE2A8C72}" destId="{2D24E36F-5CC6-4A78-B6EA-EC1AB0FF10E5}" srcOrd="1" destOrd="0" parTransId="{064A4964-1DE4-47DB-9360-C22B6C9B5BAF}" sibTransId="{9BB3B9E2-0919-418A-AA6A-41C4E139C8E4}"/>
    <dgm:cxn modelId="{7C767078-A224-499B-996B-0AAF04A37D99}" type="presOf" srcId="{A5815EF0-70ED-4F8F-B90F-E87FB4DD2BC7}" destId="{6E93F268-1DD8-48E4-926B-8D775E447668}" srcOrd="1" destOrd="0" presId="urn:microsoft.com/office/officeart/2005/8/layout/orgChart1"/>
    <dgm:cxn modelId="{9FC0A058-7BC7-436C-9BE4-BBB4A8D20CB7}" srcId="{0F0D447F-797D-40A3-A7BE-BDCC6DB48E84}" destId="{F51D3F8F-D91A-41B9-A673-9CC6AAC5DCFA}" srcOrd="1" destOrd="0" parTransId="{7066C124-0AAE-4E0C-8230-ED20D871A274}" sibTransId="{C54B939F-B36B-49F9-A76E-9DBF42A50349}"/>
    <dgm:cxn modelId="{97722559-ABCD-4EA4-8176-9BD3B418148D}" type="presOf" srcId="{D7D73516-C860-4C3E-B5F7-7E0A56DB143E}" destId="{85474E5B-3B98-4733-BD1A-D91E59561E89}" srcOrd="0" destOrd="0" presId="urn:microsoft.com/office/officeart/2005/8/layout/orgChart1"/>
    <dgm:cxn modelId="{51D5207D-C0D2-42F9-ADA8-1B0A22C4F023}" srcId="{0F0D447F-797D-40A3-A7BE-BDCC6DB48E84}" destId="{DAAC3B1C-5D2F-42A2-B972-5AAA6DD781F1}" srcOrd="0" destOrd="0" parTransId="{6B48A268-90E4-4D66-9B34-17788F7A6EEA}" sibTransId="{BBA86FC8-9A2D-419A-B99E-46EFEAB29FF6}"/>
    <dgm:cxn modelId="{1F75607D-F7B4-4019-A2D4-AC0070EAD862}" type="presOf" srcId="{5E7827A5-0E13-4C73-9045-3A7C023D9A3E}" destId="{42C51336-5706-442B-8D2B-0D90CBC4B77C}" srcOrd="0" destOrd="0" presId="urn:microsoft.com/office/officeart/2005/8/layout/orgChart1"/>
    <dgm:cxn modelId="{42E04581-EADA-4572-98D3-E50399BC4DD3}" type="presOf" srcId="{2D24E36F-5CC6-4A78-B6EA-EC1AB0FF10E5}" destId="{27883416-8E0A-4E27-90D1-505E7806671D}" srcOrd="1" destOrd="0" presId="urn:microsoft.com/office/officeart/2005/8/layout/orgChart1"/>
    <dgm:cxn modelId="{73793983-C4D7-4E26-9617-B553DED66FF0}" type="presOf" srcId="{064A4964-1DE4-47DB-9360-C22B6C9B5BAF}" destId="{76D4A9DF-0E87-4D7E-B48F-8D430A8C2EFC}" srcOrd="0" destOrd="0" presId="urn:microsoft.com/office/officeart/2005/8/layout/orgChart1"/>
    <dgm:cxn modelId="{1C74BA88-BB20-4B8B-B3C9-6E28EA65696C}" type="presOf" srcId="{B0179103-A08B-41DA-896E-B2954A5DCD16}" destId="{E7BC3059-1F06-47EF-AB84-E08877C2B3BB}" srcOrd="1" destOrd="0" presId="urn:microsoft.com/office/officeart/2005/8/layout/orgChart1"/>
    <dgm:cxn modelId="{77FC588D-9698-4B8A-9140-086B6D3433DD}" type="presOf" srcId="{71DBE8AA-03FF-4F9C-AA45-4318B56D3E98}" destId="{CD484264-F140-43A6-925D-9B1B64DD17F3}" srcOrd="0" destOrd="0" presId="urn:microsoft.com/office/officeart/2005/8/layout/orgChart1"/>
    <dgm:cxn modelId="{3D87B68D-9320-44E0-90F5-69176BD4F329}" type="presOf" srcId="{6A4FD542-3DAD-4616-8C11-15FA410F7C1B}" destId="{7B9431C6-EC2B-4F1A-AE97-7CCF8E53FEC1}" srcOrd="0" destOrd="0" presId="urn:microsoft.com/office/officeart/2005/8/layout/orgChart1"/>
    <dgm:cxn modelId="{AE870790-B522-4FA9-AA65-ED8A197C822E}" type="presOf" srcId="{A521631F-7193-45E1-9B83-686C66D8BB61}" destId="{7F7CF120-943B-4A27-9642-CFE477BC1E4F}" srcOrd="0" destOrd="0" presId="urn:microsoft.com/office/officeart/2005/8/layout/orgChart1"/>
    <dgm:cxn modelId="{F13C3692-3630-4E02-8120-418F64082ED6}" srcId="{D7D73516-C860-4C3E-B5F7-7E0A56DB143E}" destId="{71DBE8AA-03FF-4F9C-AA45-4318B56D3E98}" srcOrd="2" destOrd="0" parTransId="{C0DEEC4E-BDE8-4524-BD21-F92529B381B5}" sibTransId="{AC398835-91AD-4BEF-AED1-612400E4A7D3}"/>
    <dgm:cxn modelId="{24AB8095-B5B7-4326-AA7D-8294E65B324A}" type="presOf" srcId="{C33170E1-9EFF-4931-A1BC-34559180E23E}" destId="{31BCFD4E-53FA-42F7-8BEC-0BEDCBC936FC}" srcOrd="0" destOrd="0" presId="urn:microsoft.com/office/officeart/2005/8/layout/orgChart1"/>
    <dgm:cxn modelId="{E8816398-F4CE-4C9F-A43C-45A2E4020EB1}" type="presOf" srcId="{0F0D447F-797D-40A3-A7BE-BDCC6DB48E84}" destId="{23009403-5DBE-40A2-9072-8774B3AC9F78}" srcOrd="0" destOrd="0" presId="urn:microsoft.com/office/officeart/2005/8/layout/orgChart1"/>
    <dgm:cxn modelId="{7B44519C-3DE4-43E0-A0FA-9D48042D0585}" srcId="{EF5C580C-EAB1-41C2-9BCA-D005147C586D}" destId="{87B5E00D-4F94-4C33-A0EE-D7A310BD90EC}" srcOrd="3" destOrd="0" parTransId="{CB5D6E81-D4A9-4212-BC87-348066EF9937}" sibTransId="{575ACDA4-C62D-4657-84D6-2D7BC55776F4}"/>
    <dgm:cxn modelId="{1434FC9C-6007-4C80-ABD5-6B81041802F2}" type="presOf" srcId="{CEC1B821-8562-4576-A8B7-0A96AE3F2FA9}" destId="{20632C0B-81A6-4837-8CB6-C7687741588B}" srcOrd="0" destOrd="0" presId="urn:microsoft.com/office/officeart/2005/8/layout/orgChart1"/>
    <dgm:cxn modelId="{2FF337A1-89B1-4412-9153-C9D5ACD2A052}" srcId="{D7D73516-C860-4C3E-B5F7-7E0A56DB143E}" destId="{5E7827A5-0E13-4C73-9045-3A7C023D9A3E}" srcOrd="1" destOrd="0" parTransId="{9ABE2031-88D9-431D-BCC4-EE03DBCC1A08}" sibTransId="{E8DFE337-79D8-48AD-A1D2-126AE4566FF0}"/>
    <dgm:cxn modelId="{24FFC5A1-64CA-497F-BA49-139B4AF70715}" type="presOf" srcId="{F51D3F8F-D91A-41B9-A673-9CC6AAC5DCFA}" destId="{21B9705C-438F-4F66-8F77-F53EA85F5504}" srcOrd="0" destOrd="0" presId="urn:microsoft.com/office/officeart/2005/8/layout/orgChart1"/>
    <dgm:cxn modelId="{D74B44A4-48B2-444D-8BB7-F5B521AFF2D9}" type="presOf" srcId="{6B48A268-90E4-4D66-9B34-17788F7A6EEA}" destId="{7CE2310F-1BEB-4B3C-9D8E-51FDABB91544}" srcOrd="0" destOrd="0" presId="urn:microsoft.com/office/officeart/2005/8/layout/orgChart1"/>
    <dgm:cxn modelId="{C65440A8-52EC-4F09-9AF0-9708F700BE13}" srcId="{2D24E36F-5CC6-4A78-B6EA-EC1AB0FF10E5}" destId="{725B48C8-53BC-4468-82CD-E52E9402ACE0}" srcOrd="0" destOrd="0" parTransId="{344E710D-D6F0-4D70-B176-C01FB83B8B05}" sibTransId="{BEF40FD6-8B6C-4E2B-9532-C2305BD91A8B}"/>
    <dgm:cxn modelId="{5A1549AD-B1D7-46EB-89C5-562649F482CD}" srcId="{EF5C580C-EAB1-41C2-9BCA-D005147C586D}" destId="{3B3EDA14-DD6D-4C54-A77F-665BD8278EC5}" srcOrd="4" destOrd="0" parTransId="{54E1C12D-F227-4C3D-B3CD-B81292009F4C}" sibTransId="{B5294C29-0628-45C3-814A-C94ABB105081}"/>
    <dgm:cxn modelId="{B7E6E1AE-6208-4D29-B765-663A93E32F9F}" srcId="{0E663EC2-E753-4927-8409-8CC8BE2A8C72}" destId="{D7D73516-C860-4C3E-B5F7-7E0A56DB143E}" srcOrd="3" destOrd="0" parTransId="{A521631F-7193-45E1-9B83-686C66D8BB61}" sibTransId="{2E7D0923-EFE1-4BDB-A8BB-AF4739A1BDAB}"/>
    <dgm:cxn modelId="{E87392B4-7384-40CB-83AA-6A2A0D80FCB9}" type="presOf" srcId="{9ABE2031-88D9-431D-BCC4-EE03DBCC1A08}" destId="{B64C6969-627C-4F1F-B528-82BF1AB39FF0}" srcOrd="0" destOrd="0" presId="urn:microsoft.com/office/officeart/2005/8/layout/orgChart1"/>
    <dgm:cxn modelId="{B6DC02B5-8D6F-4780-8AB3-57DC3BACEAB0}" type="presOf" srcId="{60C0AB5E-14E3-461C-8FD8-9052D5CAF9E2}" destId="{A9396EEE-7501-4A0B-8AE5-92CD8F72F7D9}" srcOrd="0" destOrd="0" presId="urn:microsoft.com/office/officeart/2005/8/layout/orgChart1"/>
    <dgm:cxn modelId="{1C8626B5-2E7A-41F3-B49D-432D334A3188}" type="presOf" srcId="{B0179103-A08B-41DA-896E-B2954A5DCD16}" destId="{E8136514-2AC4-4E4A-8397-4AE70EB3F6EA}" srcOrd="0" destOrd="0" presId="urn:microsoft.com/office/officeart/2005/8/layout/orgChart1"/>
    <dgm:cxn modelId="{F18D6DB6-BDF5-4167-9D2C-54A17CD4A9F8}" type="presOf" srcId="{E015D157-0845-4557-BC07-489D65F689C2}" destId="{64EEF931-2B59-4860-AC11-EF285428A235}" srcOrd="0" destOrd="0" presId="urn:microsoft.com/office/officeart/2005/8/layout/orgChart1"/>
    <dgm:cxn modelId="{1DAA8DB7-532F-4481-A20C-0F50A4770B82}" type="presOf" srcId="{B6F475CD-45D9-435E-8F3E-FA2D3369B61D}" destId="{844CD87B-10DD-48ED-A736-91D92A160D33}" srcOrd="0" destOrd="0" presId="urn:microsoft.com/office/officeart/2005/8/layout/orgChart1"/>
    <dgm:cxn modelId="{4DD004B9-A449-4BAC-9907-FCC0D9F894B1}" type="presOf" srcId="{0F0D447F-797D-40A3-A7BE-BDCC6DB48E84}" destId="{74758BDD-718F-46F7-96F6-EF512382F467}" srcOrd="1" destOrd="0" presId="urn:microsoft.com/office/officeart/2005/8/layout/orgChart1"/>
    <dgm:cxn modelId="{224A01C0-5F95-4E8A-82EC-F352BAAE831C}" type="presOf" srcId="{A5815EF0-70ED-4F8F-B90F-E87FB4DD2BC7}" destId="{F31B6784-85D8-44C2-8C61-E543A8D5069F}" srcOrd="0" destOrd="0" presId="urn:microsoft.com/office/officeart/2005/8/layout/orgChart1"/>
    <dgm:cxn modelId="{550FD2C3-0785-4C90-95E1-5F6F9EBD2C40}" type="presOf" srcId="{71DBE8AA-03FF-4F9C-AA45-4318B56D3E98}" destId="{97A14FCE-D472-410B-9937-AAEC29451B50}" srcOrd="1" destOrd="0" presId="urn:microsoft.com/office/officeart/2005/8/layout/orgChart1"/>
    <dgm:cxn modelId="{FC501FC5-57B4-494B-BC2A-B67E459DD95B}" type="presOf" srcId="{7066C124-0AAE-4E0C-8230-ED20D871A274}" destId="{D642449A-CF8E-480D-AE30-E38736C30D7A}" srcOrd="0" destOrd="0" presId="urn:microsoft.com/office/officeart/2005/8/layout/orgChart1"/>
    <dgm:cxn modelId="{939379C6-3102-4214-94C9-A7476F81A10D}" type="presOf" srcId="{725B48C8-53BC-4468-82CD-E52E9402ACE0}" destId="{B48A584A-8343-49D9-BCBF-B11FDBEEB0B5}" srcOrd="1" destOrd="0" presId="urn:microsoft.com/office/officeart/2005/8/layout/orgChart1"/>
    <dgm:cxn modelId="{6E4858CD-7BD3-4A50-8A40-5F853B5A9E11}" type="presOf" srcId="{B75FA842-0586-43A5-A260-BC7B20E77BF9}" destId="{72A897FD-F225-41D6-B703-5A55FEF20A38}" srcOrd="0" destOrd="0" presId="urn:microsoft.com/office/officeart/2005/8/layout/orgChart1"/>
    <dgm:cxn modelId="{2EE2FACF-DD6B-4006-A211-4233CD980882}" type="presOf" srcId="{D308C98B-D631-4AB1-8D07-805D8E1A9C9E}" destId="{FB95240F-7592-4EE1-8917-58616060829A}" srcOrd="0" destOrd="0" presId="urn:microsoft.com/office/officeart/2005/8/layout/orgChart1"/>
    <dgm:cxn modelId="{ADC9C9D4-667E-4369-8634-1634C0E1CF05}" type="presOf" srcId="{B9BDEBCE-E485-48B3-8595-1AD94B48197B}" destId="{3B7105A1-386A-4E96-AA2C-DA3B3DFFD6B8}" srcOrd="0" destOrd="0" presId="urn:microsoft.com/office/officeart/2005/8/layout/orgChart1"/>
    <dgm:cxn modelId="{8283DDD6-D881-466B-946C-85497781D19A}" type="presOf" srcId="{BEDA8B9E-B10F-41D1-AF6A-BF9496922FB3}" destId="{64E47A1A-8593-410F-98B3-CA32F1A41777}" srcOrd="1" destOrd="0" presId="urn:microsoft.com/office/officeart/2005/8/layout/orgChart1"/>
    <dgm:cxn modelId="{33DEA7D8-8543-445C-B444-F92A9325D4FB}" srcId="{0E663EC2-E753-4927-8409-8CC8BE2A8C72}" destId="{0F0D447F-797D-40A3-A7BE-BDCC6DB48E84}" srcOrd="2" destOrd="0" parTransId="{B75FA842-0586-43A5-A260-BC7B20E77BF9}" sibTransId="{9FAD9074-ED73-4153-80B5-76FF128E64D5}"/>
    <dgm:cxn modelId="{BE711DDA-A392-492C-8DCC-0DE5010E70CC}" type="presOf" srcId="{BEDA8B9E-B10F-41D1-AF6A-BF9496922FB3}" destId="{1F09E897-6B76-4F1A-AA00-13DC4AC1FDCB}" srcOrd="0" destOrd="0" presId="urn:microsoft.com/office/officeart/2005/8/layout/orgChart1"/>
    <dgm:cxn modelId="{407BA2DA-A7DF-4B1A-A28B-14ECD01C8AAE}" type="presOf" srcId="{87B5E00D-4F94-4C33-A0EE-D7A310BD90EC}" destId="{7800C4BE-A7FA-42B1-AF85-325D27F1C6BB}" srcOrd="1" destOrd="0" presId="urn:microsoft.com/office/officeart/2005/8/layout/orgChart1"/>
    <dgm:cxn modelId="{A1609EE0-B2F1-4E54-9290-6EB1F89B97D7}" type="presOf" srcId="{CEC1B821-8562-4576-A8B7-0A96AE3F2FA9}" destId="{C8AC12DA-F6D0-4582-9856-C9A2FF185128}" srcOrd="1" destOrd="0" presId="urn:microsoft.com/office/officeart/2005/8/layout/orgChart1"/>
    <dgm:cxn modelId="{4A59B7E2-98D9-44C0-96D0-8A4C2AFDEE18}" type="presOf" srcId="{E210E06A-EE54-4654-B9B8-B0C433A5B914}" destId="{6A410771-3374-4319-AA3C-2855F3E5CBD6}" srcOrd="0" destOrd="0" presId="urn:microsoft.com/office/officeart/2005/8/layout/orgChart1"/>
    <dgm:cxn modelId="{78CB94E9-C94F-4327-B24A-7CCEE83DFEAD}" type="presOf" srcId="{D7D73516-C860-4C3E-B5F7-7E0A56DB143E}" destId="{1E622BEE-2C8C-4484-B71D-85B404A182A2}" srcOrd="1" destOrd="0" presId="urn:microsoft.com/office/officeart/2005/8/layout/orgChart1"/>
    <dgm:cxn modelId="{E366A1EA-1EDB-473F-9C24-8A0C863944F8}" type="presOf" srcId="{C33170E1-9EFF-4931-A1BC-34559180E23E}" destId="{BC352B56-80AD-4279-9993-9C317794023E}" srcOrd="1" destOrd="0" presId="urn:microsoft.com/office/officeart/2005/8/layout/orgChart1"/>
    <dgm:cxn modelId="{CFAE82EC-D7A5-4D3E-A7AE-338898C7B41D}" type="presOf" srcId="{2D24E36F-5CC6-4A78-B6EA-EC1AB0FF10E5}" destId="{D9A4E8F8-6FDF-4F2A-A508-77C3A35A9554}" srcOrd="0" destOrd="0" presId="urn:microsoft.com/office/officeart/2005/8/layout/orgChart1"/>
    <dgm:cxn modelId="{F110D5F5-2C11-42AF-8209-73CFA4B78F52}" srcId="{B0179103-A08B-41DA-896E-B2954A5DCD16}" destId="{0E663EC2-E753-4927-8409-8CC8BE2A8C72}" srcOrd="0" destOrd="0" parTransId="{52DDC03F-E3C2-4992-938D-DB05D0BD785F}" sibTransId="{71D4A57E-0826-45B5-9EF9-A23B6FAA02CD}"/>
    <dgm:cxn modelId="{799624F6-FFA8-4D0B-811F-32C284CE8CD5}" type="presOf" srcId="{DAAC3B1C-5D2F-42A2-B972-5AAA6DD781F1}" destId="{DE529843-8347-409E-A3DD-A122A24BB4C0}" srcOrd="1" destOrd="0" presId="urn:microsoft.com/office/officeart/2005/8/layout/orgChart1"/>
    <dgm:cxn modelId="{E1328CF6-EA02-4A0E-8148-D4E90B064C71}" type="presOf" srcId="{0E663EC2-E753-4927-8409-8CC8BE2A8C72}" destId="{49B7361F-7873-49F5-9CF8-819D56805BF6}" srcOrd="1" destOrd="0" presId="urn:microsoft.com/office/officeart/2005/8/layout/orgChart1"/>
    <dgm:cxn modelId="{4729F4F7-C1DD-4CA5-B996-DFD8C7CE239E}" srcId="{EF5C580C-EAB1-41C2-9BCA-D005147C586D}" destId="{E210E06A-EE54-4654-B9B8-B0C433A5B914}" srcOrd="0" destOrd="0" parTransId="{DDDB9B7F-59F2-4DEA-8612-BC729E7128C3}" sibTransId="{29F83918-79D5-48D8-B735-2461BC4510C1}"/>
    <dgm:cxn modelId="{F4F52DFA-1C14-46DA-ACBB-BBF8507C720D}" type="presOf" srcId="{3B3EDA14-DD6D-4C54-A77F-665BD8278EC5}" destId="{300D72EE-DC9A-419C-B3C0-233C1AB88001}" srcOrd="1" destOrd="0" presId="urn:microsoft.com/office/officeart/2005/8/layout/orgChart1"/>
    <dgm:cxn modelId="{B1FE79FB-6D42-4C4D-8F40-E03AD771AD5C}" srcId="{EF5C580C-EAB1-41C2-9BCA-D005147C586D}" destId="{BEDA8B9E-B10F-41D1-AF6A-BF9496922FB3}" srcOrd="2" destOrd="0" parTransId="{6A4FD542-3DAD-4616-8C11-15FA410F7C1B}" sibTransId="{83FA5DB8-57CB-422C-87B4-65D32BD38616}"/>
    <dgm:cxn modelId="{4B1772FE-7884-46CB-A651-E554DC13C1DE}" type="presOf" srcId="{CB5D6E81-D4A9-4212-BC87-348066EF9937}" destId="{5E9EB78C-6D04-4656-BEF2-8F63FFD3AD6C}" srcOrd="0" destOrd="0" presId="urn:microsoft.com/office/officeart/2005/8/layout/orgChart1"/>
    <dgm:cxn modelId="{A4DA8DA2-843F-4878-A3D1-DCA55D04D9C3}" type="presParOf" srcId="{C414AA6F-7182-4B71-A433-93A240B6BEC1}" destId="{F3B18ED1-BBFF-41F4-8794-A00695CC43A0}" srcOrd="0" destOrd="0" presId="urn:microsoft.com/office/officeart/2005/8/layout/orgChart1"/>
    <dgm:cxn modelId="{819EC7FD-5EFE-473E-9E33-AC78C850FEDA}" type="presParOf" srcId="{F3B18ED1-BBFF-41F4-8794-A00695CC43A0}" destId="{6BE89A74-718E-4FBD-ABCD-7956C67B4B80}" srcOrd="0" destOrd="0" presId="urn:microsoft.com/office/officeart/2005/8/layout/orgChart1"/>
    <dgm:cxn modelId="{E27A3E0A-D662-4884-BB8D-FECDB9139A16}" type="presParOf" srcId="{6BE89A74-718E-4FBD-ABCD-7956C67B4B80}" destId="{E8136514-2AC4-4E4A-8397-4AE70EB3F6EA}" srcOrd="0" destOrd="0" presId="urn:microsoft.com/office/officeart/2005/8/layout/orgChart1"/>
    <dgm:cxn modelId="{4FA50D77-0FE9-4101-AEB1-7A47AB32FC00}" type="presParOf" srcId="{6BE89A74-718E-4FBD-ABCD-7956C67B4B80}" destId="{E7BC3059-1F06-47EF-AB84-E08877C2B3BB}" srcOrd="1" destOrd="0" presId="urn:microsoft.com/office/officeart/2005/8/layout/orgChart1"/>
    <dgm:cxn modelId="{4230567C-3AA8-4FC3-8E2B-91AF295F7DF2}" type="presParOf" srcId="{F3B18ED1-BBFF-41F4-8794-A00695CC43A0}" destId="{0037395D-7DE0-4A06-A9F5-FFBB0A377241}" srcOrd="1" destOrd="0" presId="urn:microsoft.com/office/officeart/2005/8/layout/orgChart1"/>
    <dgm:cxn modelId="{D6DF049F-168A-4C13-8498-FC1C1A72B261}" type="presParOf" srcId="{0037395D-7DE0-4A06-A9F5-FFBB0A377241}" destId="{A6667A33-0E4E-4870-8C10-C18983AF2385}" srcOrd="0" destOrd="0" presId="urn:microsoft.com/office/officeart/2005/8/layout/orgChart1"/>
    <dgm:cxn modelId="{7B4A439B-AB14-47B5-AB0C-B7B9C476C8B0}" type="presParOf" srcId="{0037395D-7DE0-4A06-A9F5-FFBB0A377241}" destId="{4085627C-6E34-4BAA-B6E1-2A49A8A01AF5}" srcOrd="1" destOrd="0" presId="urn:microsoft.com/office/officeart/2005/8/layout/orgChart1"/>
    <dgm:cxn modelId="{AAECC3BB-1FC8-4EF0-B8F1-F676903926E8}" type="presParOf" srcId="{4085627C-6E34-4BAA-B6E1-2A49A8A01AF5}" destId="{7A2A03CE-6C10-4CCF-95BB-3DA55B6C8A62}" srcOrd="0" destOrd="0" presId="urn:microsoft.com/office/officeart/2005/8/layout/orgChart1"/>
    <dgm:cxn modelId="{A84C6BF4-4EE8-47C5-B122-A9A1E7010E3D}" type="presParOf" srcId="{7A2A03CE-6C10-4CCF-95BB-3DA55B6C8A62}" destId="{EBC0934F-47E0-4378-9414-6ACD3F9516A8}" srcOrd="0" destOrd="0" presId="urn:microsoft.com/office/officeart/2005/8/layout/orgChart1"/>
    <dgm:cxn modelId="{BC0E9592-624E-41A0-B4E5-5BEEB59EC40C}" type="presParOf" srcId="{7A2A03CE-6C10-4CCF-95BB-3DA55B6C8A62}" destId="{49B7361F-7873-49F5-9CF8-819D56805BF6}" srcOrd="1" destOrd="0" presId="urn:microsoft.com/office/officeart/2005/8/layout/orgChart1"/>
    <dgm:cxn modelId="{9C784215-7766-4AD3-9E42-774A19805D96}" type="presParOf" srcId="{4085627C-6E34-4BAA-B6E1-2A49A8A01AF5}" destId="{CD29AED7-EDFC-4822-BA81-CA1EEC2F4030}" srcOrd="1" destOrd="0" presId="urn:microsoft.com/office/officeart/2005/8/layout/orgChart1"/>
    <dgm:cxn modelId="{C6E85F2D-B51F-48CC-9888-4B5B7DAF850E}" type="presParOf" srcId="{CD29AED7-EDFC-4822-BA81-CA1EEC2F4030}" destId="{64EEF931-2B59-4860-AC11-EF285428A235}" srcOrd="0" destOrd="0" presId="urn:microsoft.com/office/officeart/2005/8/layout/orgChart1"/>
    <dgm:cxn modelId="{490A8E7E-BB5D-475B-85B6-CE0EEC2B375F}" type="presParOf" srcId="{CD29AED7-EDFC-4822-BA81-CA1EEC2F4030}" destId="{A86AC846-C397-4E1D-9637-26A0171CEDE1}" srcOrd="1" destOrd="0" presId="urn:microsoft.com/office/officeart/2005/8/layout/orgChart1"/>
    <dgm:cxn modelId="{63F1B6EE-244C-4C59-8192-C9639352FD83}" type="presParOf" srcId="{A86AC846-C397-4E1D-9637-26A0171CEDE1}" destId="{58408BDD-03CD-431D-84EE-0CF3108C6B2A}" srcOrd="0" destOrd="0" presId="urn:microsoft.com/office/officeart/2005/8/layout/orgChart1"/>
    <dgm:cxn modelId="{439460AF-CEE8-4218-BB6A-843F352FB942}" type="presParOf" srcId="{58408BDD-03CD-431D-84EE-0CF3108C6B2A}" destId="{048941F2-3605-472A-8725-2CE374BB8913}" srcOrd="0" destOrd="0" presId="urn:microsoft.com/office/officeart/2005/8/layout/orgChart1"/>
    <dgm:cxn modelId="{5C8F2BCA-8622-4C1E-AEE7-378E3B5BB71C}" type="presParOf" srcId="{58408BDD-03CD-431D-84EE-0CF3108C6B2A}" destId="{B548DDC0-AF13-4C1A-8B44-29B3531D17E1}" srcOrd="1" destOrd="0" presId="urn:microsoft.com/office/officeart/2005/8/layout/orgChart1"/>
    <dgm:cxn modelId="{7BED7C09-5E60-447E-85D5-0117D6530F93}" type="presParOf" srcId="{A86AC846-C397-4E1D-9637-26A0171CEDE1}" destId="{7F740B12-6329-4DCC-B8E8-DF9FCC9D5372}" srcOrd="1" destOrd="0" presId="urn:microsoft.com/office/officeart/2005/8/layout/orgChart1"/>
    <dgm:cxn modelId="{DEB62C67-448F-4D63-B732-4C52D46777BA}" type="presParOf" srcId="{7F740B12-6329-4DCC-B8E8-DF9FCC9D5372}" destId="{4359885F-1F68-4E7E-93FD-E4D6831A6ABB}" srcOrd="0" destOrd="0" presId="urn:microsoft.com/office/officeart/2005/8/layout/orgChart1"/>
    <dgm:cxn modelId="{52A076F2-12C7-4B12-A3E1-25A258511119}" type="presParOf" srcId="{7F740B12-6329-4DCC-B8E8-DF9FCC9D5372}" destId="{83728BDD-BB8E-4CC9-A8E2-236FFFA34529}" srcOrd="1" destOrd="0" presId="urn:microsoft.com/office/officeart/2005/8/layout/orgChart1"/>
    <dgm:cxn modelId="{97BAB377-9BF6-48E4-9798-50E9E7F43FA4}" type="presParOf" srcId="{83728BDD-BB8E-4CC9-A8E2-236FFFA34529}" destId="{4C2B35E7-F4AD-4458-A3EF-518C638689C8}" srcOrd="0" destOrd="0" presId="urn:microsoft.com/office/officeart/2005/8/layout/orgChart1"/>
    <dgm:cxn modelId="{028991DB-95E6-4278-8D29-43F7D05A74B0}" type="presParOf" srcId="{4C2B35E7-F4AD-4458-A3EF-518C638689C8}" destId="{6A410771-3374-4319-AA3C-2855F3E5CBD6}" srcOrd="0" destOrd="0" presId="urn:microsoft.com/office/officeart/2005/8/layout/orgChart1"/>
    <dgm:cxn modelId="{57195B5D-133B-4AFD-97B2-1E035256FA8E}" type="presParOf" srcId="{4C2B35E7-F4AD-4458-A3EF-518C638689C8}" destId="{711878CF-E268-468A-8899-95501ED9CA0D}" srcOrd="1" destOrd="0" presId="urn:microsoft.com/office/officeart/2005/8/layout/orgChart1"/>
    <dgm:cxn modelId="{B03BFAFF-082E-4CD5-8063-4829B4F3DE42}" type="presParOf" srcId="{83728BDD-BB8E-4CC9-A8E2-236FFFA34529}" destId="{11910399-EE86-4105-A179-B81EC605EC20}" srcOrd="1" destOrd="0" presId="urn:microsoft.com/office/officeart/2005/8/layout/orgChart1"/>
    <dgm:cxn modelId="{B6F11212-6F5F-4C53-9C6D-36AFBAF6665B}" type="presParOf" srcId="{83728BDD-BB8E-4CC9-A8E2-236FFFA34529}" destId="{836928EE-693F-439D-ADDC-4F1C5C28F46F}" srcOrd="2" destOrd="0" presId="urn:microsoft.com/office/officeart/2005/8/layout/orgChart1"/>
    <dgm:cxn modelId="{4CE39811-90FC-403D-8764-FA12B7A9AD30}" type="presParOf" srcId="{7F740B12-6329-4DCC-B8E8-DF9FCC9D5372}" destId="{A9396EEE-7501-4A0B-8AE5-92CD8F72F7D9}" srcOrd="2" destOrd="0" presId="urn:microsoft.com/office/officeart/2005/8/layout/orgChart1"/>
    <dgm:cxn modelId="{2852F23A-09E3-4FC1-A068-1A6250DB0459}" type="presParOf" srcId="{7F740B12-6329-4DCC-B8E8-DF9FCC9D5372}" destId="{AD60E2BB-0EB7-4D66-B7A0-C84FD3D0A02C}" srcOrd="3" destOrd="0" presId="urn:microsoft.com/office/officeart/2005/8/layout/orgChart1"/>
    <dgm:cxn modelId="{CC8BE123-DD6B-4841-97E4-F98D8FD1D323}" type="presParOf" srcId="{AD60E2BB-0EB7-4D66-B7A0-C84FD3D0A02C}" destId="{3DFC4A20-19ED-4063-859E-FD3164D27E86}" srcOrd="0" destOrd="0" presId="urn:microsoft.com/office/officeart/2005/8/layout/orgChart1"/>
    <dgm:cxn modelId="{655196DD-8DF8-491B-A5A2-B05ED582BBAD}" type="presParOf" srcId="{3DFC4A20-19ED-4063-859E-FD3164D27E86}" destId="{31BCFD4E-53FA-42F7-8BEC-0BEDCBC936FC}" srcOrd="0" destOrd="0" presId="urn:microsoft.com/office/officeart/2005/8/layout/orgChart1"/>
    <dgm:cxn modelId="{410EE68A-1D13-42FA-BD23-EC1C88A1783D}" type="presParOf" srcId="{3DFC4A20-19ED-4063-859E-FD3164D27E86}" destId="{BC352B56-80AD-4279-9993-9C317794023E}" srcOrd="1" destOrd="0" presId="urn:microsoft.com/office/officeart/2005/8/layout/orgChart1"/>
    <dgm:cxn modelId="{E5DE52F6-CAF6-4661-9AB9-96817C17C480}" type="presParOf" srcId="{AD60E2BB-0EB7-4D66-B7A0-C84FD3D0A02C}" destId="{0F88CE7C-8444-4FCD-8EF3-6253A6DB51C0}" srcOrd="1" destOrd="0" presId="urn:microsoft.com/office/officeart/2005/8/layout/orgChart1"/>
    <dgm:cxn modelId="{4FEDD0D2-E8CA-4998-ACF4-5F969C5F417B}" type="presParOf" srcId="{AD60E2BB-0EB7-4D66-B7A0-C84FD3D0A02C}" destId="{5BCCEF62-8F90-41BE-BF76-86B8BC098582}" srcOrd="2" destOrd="0" presId="urn:microsoft.com/office/officeart/2005/8/layout/orgChart1"/>
    <dgm:cxn modelId="{65AC7C31-D71F-4265-B5CC-373BA8AB5431}" type="presParOf" srcId="{7F740B12-6329-4DCC-B8E8-DF9FCC9D5372}" destId="{7B9431C6-EC2B-4F1A-AE97-7CCF8E53FEC1}" srcOrd="4" destOrd="0" presId="urn:microsoft.com/office/officeart/2005/8/layout/orgChart1"/>
    <dgm:cxn modelId="{1FC211AB-E571-433A-A587-F35EFE991D86}" type="presParOf" srcId="{7F740B12-6329-4DCC-B8E8-DF9FCC9D5372}" destId="{8C04FC9F-3D21-46C4-8F16-A9147BE82C39}" srcOrd="5" destOrd="0" presId="urn:microsoft.com/office/officeart/2005/8/layout/orgChart1"/>
    <dgm:cxn modelId="{2F672BF9-7143-4EC0-B8EC-787C54505CB4}" type="presParOf" srcId="{8C04FC9F-3D21-46C4-8F16-A9147BE82C39}" destId="{2B790672-29C8-4B2A-8E81-B606242C7BB0}" srcOrd="0" destOrd="0" presId="urn:microsoft.com/office/officeart/2005/8/layout/orgChart1"/>
    <dgm:cxn modelId="{20D8529F-C511-4F03-8948-CBCB41FFC08D}" type="presParOf" srcId="{2B790672-29C8-4B2A-8E81-B606242C7BB0}" destId="{1F09E897-6B76-4F1A-AA00-13DC4AC1FDCB}" srcOrd="0" destOrd="0" presId="urn:microsoft.com/office/officeart/2005/8/layout/orgChart1"/>
    <dgm:cxn modelId="{E676F55B-1599-4CA7-BC2B-DC84461112AE}" type="presParOf" srcId="{2B790672-29C8-4B2A-8E81-B606242C7BB0}" destId="{64E47A1A-8593-410F-98B3-CA32F1A41777}" srcOrd="1" destOrd="0" presId="urn:microsoft.com/office/officeart/2005/8/layout/orgChart1"/>
    <dgm:cxn modelId="{A3993D4E-00E1-4ADB-8C20-12D57E573585}" type="presParOf" srcId="{8C04FC9F-3D21-46C4-8F16-A9147BE82C39}" destId="{F5B5506E-435D-410D-B229-55CA2B6AB02D}" srcOrd="1" destOrd="0" presId="urn:microsoft.com/office/officeart/2005/8/layout/orgChart1"/>
    <dgm:cxn modelId="{CAEA6AF7-5EE8-4D1C-86A7-36B6444413A3}" type="presParOf" srcId="{8C04FC9F-3D21-46C4-8F16-A9147BE82C39}" destId="{53B3CA00-ACF5-4F19-AA84-D12EDA04CCA1}" srcOrd="2" destOrd="0" presId="urn:microsoft.com/office/officeart/2005/8/layout/orgChart1"/>
    <dgm:cxn modelId="{B2BEF53E-2A64-4FCC-ADD0-2116DED1669C}" type="presParOf" srcId="{7F740B12-6329-4DCC-B8E8-DF9FCC9D5372}" destId="{5E9EB78C-6D04-4656-BEF2-8F63FFD3AD6C}" srcOrd="6" destOrd="0" presId="urn:microsoft.com/office/officeart/2005/8/layout/orgChart1"/>
    <dgm:cxn modelId="{FE93D775-81E8-4C66-A582-3CC104E3710D}" type="presParOf" srcId="{7F740B12-6329-4DCC-B8E8-DF9FCC9D5372}" destId="{8D18E8AE-57C5-4182-9BE5-8E88E5FBD9BD}" srcOrd="7" destOrd="0" presId="urn:microsoft.com/office/officeart/2005/8/layout/orgChart1"/>
    <dgm:cxn modelId="{8072F5CD-1121-493F-B1DB-133895166FE1}" type="presParOf" srcId="{8D18E8AE-57C5-4182-9BE5-8E88E5FBD9BD}" destId="{20DD37A2-6600-47A3-B76E-6E48DB797C9A}" srcOrd="0" destOrd="0" presId="urn:microsoft.com/office/officeart/2005/8/layout/orgChart1"/>
    <dgm:cxn modelId="{705C928C-C7A5-4D29-A34C-18A6F7C3599F}" type="presParOf" srcId="{20DD37A2-6600-47A3-B76E-6E48DB797C9A}" destId="{3814EFFD-D1C4-4D64-A39F-C0068E2C7EAC}" srcOrd="0" destOrd="0" presId="urn:microsoft.com/office/officeart/2005/8/layout/orgChart1"/>
    <dgm:cxn modelId="{7878F319-BAE2-4C46-BF4C-51D4F8F5B52D}" type="presParOf" srcId="{20DD37A2-6600-47A3-B76E-6E48DB797C9A}" destId="{7800C4BE-A7FA-42B1-AF85-325D27F1C6BB}" srcOrd="1" destOrd="0" presId="urn:microsoft.com/office/officeart/2005/8/layout/orgChart1"/>
    <dgm:cxn modelId="{813377AA-1DF6-4864-8E47-2B21316735A0}" type="presParOf" srcId="{8D18E8AE-57C5-4182-9BE5-8E88E5FBD9BD}" destId="{4E97F237-97BE-495F-857B-29FE86036219}" srcOrd="1" destOrd="0" presId="urn:microsoft.com/office/officeart/2005/8/layout/orgChart1"/>
    <dgm:cxn modelId="{2D15FEB9-1645-4A34-B1A3-4803E1F5B4EE}" type="presParOf" srcId="{8D18E8AE-57C5-4182-9BE5-8E88E5FBD9BD}" destId="{BB947EF3-1EAE-43D6-98DE-C281C23F0EB8}" srcOrd="2" destOrd="0" presId="urn:microsoft.com/office/officeart/2005/8/layout/orgChart1"/>
    <dgm:cxn modelId="{EA030F9E-8862-46BA-8E98-36DF776689E6}" type="presParOf" srcId="{7F740B12-6329-4DCC-B8E8-DF9FCC9D5372}" destId="{9F2BE37E-BF4A-450C-A233-38FE480D44FA}" srcOrd="8" destOrd="0" presId="urn:microsoft.com/office/officeart/2005/8/layout/orgChart1"/>
    <dgm:cxn modelId="{40E555F7-0654-4DC6-8E42-CE80FF31A9F7}" type="presParOf" srcId="{7F740B12-6329-4DCC-B8E8-DF9FCC9D5372}" destId="{CD4581FD-9606-47D9-AA64-ABBDC6DA798D}" srcOrd="9" destOrd="0" presId="urn:microsoft.com/office/officeart/2005/8/layout/orgChart1"/>
    <dgm:cxn modelId="{E070C128-1E9B-4B83-8E3B-1C69323FFD57}" type="presParOf" srcId="{CD4581FD-9606-47D9-AA64-ABBDC6DA798D}" destId="{D8D2372E-D2C5-4561-A36E-499705DA2150}" srcOrd="0" destOrd="0" presId="urn:microsoft.com/office/officeart/2005/8/layout/orgChart1"/>
    <dgm:cxn modelId="{1177B672-F3A7-43A5-AD3E-C04AC4271223}" type="presParOf" srcId="{D8D2372E-D2C5-4561-A36E-499705DA2150}" destId="{7B9841E3-777C-4B5F-AFB0-828FBB16A73E}" srcOrd="0" destOrd="0" presId="urn:microsoft.com/office/officeart/2005/8/layout/orgChart1"/>
    <dgm:cxn modelId="{F4EEE0C5-D1FE-4EF2-8A9B-CDE275D1D88A}" type="presParOf" srcId="{D8D2372E-D2C5-4561-A36E-499705DA2150}" destId="{300D72EE-DC9A-419C-B3C0-233C1AB88001}" srcOrd="1" destOrd="0" presId="urn:microsoft.com/office/officeart/2005/8/layout/orgChart1"/>
    <dgm:cxn modelId="{A16766E0-3B15-49B2-8EC6-62428F7BF7DE}" type="presParOf" srcId="{CD4581FD-9606-47D9-AA64-ABBDC6DA798D}" destId="{77C50E0B-8277-45EA-AEF6-DC7A059C8D14}" srcOrd="1" destOrd="0" presId="urn:microsoft.com/office/officeart/2005/8/layout/orgChart1"/>
    <dgm:cxn modelId="{984C1D97-6300-4046-8C60-324D45DE4F0F}" type="presParOf" srcId="{CD4581FD-9606-47D9-AA64-ABBDC6DA798D}" destId="{FC34620A-1564-4FEC-A685-97AE54D89920}" srcOrd="2" destOrd="0" presId="urn:microsoft.com/office/officeart/2005/8/layout/orgChart1"/>
    <dgm:cxn modelId="{DBAD1DE5-B4E9-4519-A200-906D91F747BE}" type="presParOf" srcId="{A86AC846-C397-4E1D-9637-26A0171CEDE1}" destId="{CBEE5838-8577-4659-AED0-BE3999A8B500}" srcOrd="2" destOrd="0" presId="urn:microsoft.com/office/officeart/2005/8/layout/orgChart1"/>
    <dgm:cxn modelId="{6EEF7B1B-72A1-4E40-A2D1-9CAD93E48DA4}" type="presParOf" srcId="{CD29AED7-EDFC-4822-BA81-CA1EEC2F4030}" destId="{76D4A9DF-0E87-4D7E-B48F-8D430A8C2EFC}" srcOrd="2" destOrd="0" presId="urn:microsoft.com/office/officeart/2005/8/layout/orgChart1"/>
    <dgm:cxn modelId="{C374804A-2BEF-4968-AE78-A799DD4B8205}" type="presParOf" srcId="{CD29AED7-EDFC-4822-BA81-CA1EEC2F4030}" destId="{00E46EB4-A78E-405A-BDF0-74E977FE8926}" srcOrd="3" destOrd="0" presId="urn:microsoft.com/office/officeart/2005/8/layout/orgChart1"/>
    <dgm:cxn modelId="{87885F49-3C11-436C-904D-2E1485F0863C}" type="presParOf" srcId="{00E46EB4-A78E-405A-BDF0-74E977FE8926}" destId="{3B3C9550-D397-4FFA-9C24-743781166AE9}" srcOrd="0" destOrd="0" presId="urn:microsoft.com/office/officeart/2005/8/layout/orgChart1"/>
    <dgm:cxn modelId="{1E8E88F1-D1BD-43B8-A7CB-CB8FBBAA4985}" type="presParOf" srcId="{3B3C9550-D397-4FFA-9C24-743781166AE9}" destId="{D9A4E8F8-6FDF-4F2A-A508-77C3A35A9554}" srcOrd="0" destOrd="0" presId="urn:microsoft.com/office/officeart/2005/8/layout/orgChart1"/>
    <dgm:cxn modelId="{889F8DA3-3304-4654-8CBA-F1FF15D51CCC}" type="presParOf" srcId="{3B3C9550-D397-4FFA-9C24-743781166AE9}" destId="{27883416-8E0A-4E27-90D1-505E7806671D}" srcOrd="1" destOrd="0" presId="urn:microsoft.com/office/officeart/2005/8/layout/orgChart1"/>
    <dgm:cxn modelId="{B18A3D51-2D4C-4C2D-AA7B-D88A061AA6FC}" type="presParOf" srcId="{00E46EB4-A78E-405A-BDF0-74E977FE8926}" destId="{EAD9FB65-F251-4A78-8889-C63BEE661529}" srcOrd="1" destOrd="0" presId="urn:microsoft.com/office/officeart/2005/8/layout/orgChart1"/>
    <dgm:cxn modelId="{D11F2973-9079-4E2F-AB90-AB2D1AAD474D}" type="presParOf" srcId="{EAD9FB65-F251-4A78-8889-C63BEE661529}" destId="{C45DD045-CCCD-457D-9423-9CA44D9E8B26}" srcOrd="0" destOrd="0" presId="urn:microsoft.com/office/officeart/2005/8/layout/orgChart1"/>
    <dgm:cxn modelId="{30F260D5-7A46-4B2A-A577-F228D3CA32C7}" type="presParOf" srcId="{EAD9FB65-F251-4A78-8889-C63BEE661529}" destId="{B539C3A3-CCE1-4272-9D7E-DCAD61BA9D1C}" srcOrd="1" destOrd="0" presId="urn:microsoft.com/office/officeart/2005/8/layout/orgChart1"/>
    <dgm:cxn modelId="{3964C740-CC24-4625-8FB7-B01BCE41F53B}" type="presParOf" srcId="{B539C3A3-CCE1-4272-9D7E-DCAD61BA9D1C}" destId="{0A484207-2528-4AE1-96DB-346F60F18B1C}" srcOrd="0" destOrd="0" presId="urn:microsoft.com/office/officeart/2005/8/layout/orgChart1"/>
    <dgm:cxn modelId="{07B19C60-0E06-4AD5-BEC2-FB3A3ACB5E57}" type="presParOf" srcId="{0A484207-2528-4AE1-96DB-346F60F18B1C}" destId="{8683F739-E635-4D45-B03D-BAD538A52A64}" srcOrd="0" destOrd="0" presId="urn:microsoft.com/office/officeart/2005/8/layout/orgChart1"/>
    <dgm:cxn modelId="{D4B3F492-8979-4CFF-9274-7A8132D53B45}" type="presParOf" srcId="{0A484207-2528-4AE1-96DB-346F60F18B1C}" destId="{B48A584A-8343-49D9-BCBF-B11FDBEEB0B5}" srcOrd="1" destOrd="0" presId="urn:microsoft.com/office/officeart/2005/8/layout/orgChart1"/>
    <dgm:cxn modelId="{5A32022C-D35E-4BC4-8D2A-C99027E14D93}" type="presParOf" srcId="{B539C3A3-CCE1-4272-9D7E-DCAD61BA9D1C}" destId="{98B05262-AB52-4ABA-9E6D-D8BB88BAD8BF}" srcOrd="1" destOrd="0" presId="urn:microsoft.com/office/officeart/2005/8/layout/orgChart1"/>
    <dgm:cxn modelId="{70EEF766-EEDC-406E-A95D-5B6F3875FD7F}" type="presParOf" srcId="{B539C3A3-CCE1-4272-9D7E-DCAD61BA9D1C}" destId="{D0BE817C-81B2-4162-91E8-22CCF06769C4}" srcOrd="2" destOrd="0" presId="urn:microsoft.com/office/officeart/2005/8/layout/orgChart1"/>
    <dgm:cxn modelId="{F65A7E6A-4434-4EA5-A8CD-59709700B5B5}" type="presParOf" srcId="{EAD9FB65-F251-4A78-8889-C63BEE661529}" destId="{844CD87B-10DD-48ED-A736-91D92A160D33}" srcOrd="2" destOrd="0" presId="urn:microsoft.com/office/officeart/2005/8/layout/orgChart1"/>
    <dgm:cxn modelId="{E9E3B8B8-30E4-4C43-BA47-5FF8D145F555}" type="presParOf" srcId="{EAD9FB65-F251-4A78-8889-C63BEE661529}" destId="{E351DD1E-28FB-4FD5-BAA2-524B1B5FCDFA}" srcOrd="3" destOrd="0" presId="urn:microsoft.com/office/officeart/2005/8/layout/orgChart1"/>
    <dgm:cxn modelId="{D849F25D-84BF-43F7-B191-53CE94E5B604}" type="presParOf" srcId="{E351DD1E-28FB-4FD5-BAA2-524B1B5FCDFA}" destId="{A9F88F83-1A47-4CFD-900C-F4692A96C2B6}" srcOrd="0" destOrd="0" presId="urn:microsoft.com/office/officeart/2005/8/layout/orgChart1"/>
    <dgm:cxn modelId="{63C059F5-AD78-41A9-9ED1-82DB920C4DD7}" type="presParOf" srcId="{A9F88F83-1A47-4CFD-900C-F4692A96C2B6}" destId="{F31B6784-85D8-44C2-8C61-E543A8D5069F}" srcOrd="0" destOrd="0" presId="urn:microsoft.com/office/officeart/2005/8/layout/orgChart1"/>
    <dgm:cxn modelId="{9EA568BB-70D6-45FC-A8A4-4C10F6374284}" type="presParOf" srcId="{A9F88F83-1A47-4CFD-900C-F4692A96C2B6}" destId="{6E93F268-1DD8-48E4-926B-8D775E447668}" srcOrd="1" destOrd="0" presId="urn:microsoft.com/office/officeart/2005/8/layout/orgChart1"/>
    <dgm:cxn modelId="{DA091D39-66F7-4A99-87C0-D1DF043C8FEB}" type="presParOf" srcId="{E351DD1E-28FB-4FD5-BAA2-524B1B5FCDFA}" destId="{C1764630-D5B7-4080-A473-BF699386B2D4}" srcOrd="1" destOrd="0" presId="urn:microsoft.com/office/officeart/2005/8/layout/orgChart1"/>
    <dgm:cxn modelId="{3995FF15-EA42-4D8B-BEE1-57D312C835ED}" type="presParOf" srcId="{E351DD1E-28FB-4FD5-BAA2-524B1B5FCDFA}" destId="{ECC42909-EA58-45D6-B8E8-4B437F0F0BD8}" srcOrd="2" destOrd="0" presId="urn:microsoft.com/office/officeart/2005/8/layout/orgChart1"/>
    <dgm:cxn modelId="{0F541827-1DD3-4B71-87D5-1F932BFB7A75}" type="presParOf" srcId="{EAD9FB65-F251-4A78-8889-C63BEE661529}" destId="{3B7105A1-386A-4E96-AA2C-DA3B3DFFD6B8}" srcOrd="4" destOrd="0" presId="urn:microsoft.com/office/officeart/2005/8/layout/orgChart1"/>
    <dgm:cxn modelId="{B62FD541-9DE9-4306-9022-33008D558818}" type="presParOf" srcId="{EAD9FB65-F251-4A78-8889-C63BEE661529}" destId="{4A176D90-E21B-47DC-A516-0BA23D5BC4CD}" srcOrd="5" destOrd="0" presId="urn:microsoft.com/office/officeart/2005/8/layout/orgChart1"/>
    <dgm:cxn modelId="{A53E344B-6FF5-4D30-8C9A-B2A467BC977D}" type="presParOf" srcId="{4A176D90-E21B-47DC-A516-0BA23D5BC4CD}" destId="{5494E7B7-A7B2-4B9D-8E97-D68B91BB745F}" srcOrd="0" destOrd="0" presId="urn:microsoft.com/office/officeart/2005/8/layout/orgChart1"/>
    <dgm:cxn modelId="{BEA1E6F0-96F3-43A9-810A-102DC4F165F4}" type="presParOf" srcId="{5494E7B7-A7B2-4B9D-8E97-D68B91BB745F}" destId="{20632C0B-81A6-4837-8CB6-C7687741588B}" srcOrd="0" destOrd="0" presId="urn:microsoft.com/office/officeart/2005/8/layout/orgChart1"/>
    <dgm:cxn modelId="{FB504BF8-A7EC-4E6E-91B6-11A7D2A8657A}" type="presParOf" srcId="{5494E7B7-A7B2-4B9D-8E97-D68B91BB745F}" destId="{C8AC12DA-F6D0-4582-9856-C9A2FF185128}" srcOrd="1" destOrd="0" presId="urn:microsoft.com/office/officeart/2005/8/layout/orgChart1"/>
    <dgm:cxn modelId="{E871EAEC-84BB-4AEC-8CF4-CA445A00F76A}" type="presParOf" srcId="{4A176D90-E21B-47DC-A516-0BA23D5BC4CD}" destId="{D6573FDA-6290-40DC-A3AD-50AE8A7DC79F}" srcOrd="1" destOrd="0" presId="urn:microsoft.com/office/officeart/2005/8/layout/orgChart1"/>
    <dgm:cxn modelId="{44BF28F7-E586-4686-B2BD-5D05266A7409}" type="presParOf" srcId="{4A176D90-E21B-47DC-A516-0BA23D5BC4CD}" destId="{38519D27-CAD0-4D0E-8BB3-ADE352C08A90}" srcOrd="2" destOrd="0" presId="urn:microsoft.com/office/officeart/2005/8/layout/orgChart1"/>
    <dgm:cxn modelId="{0C5054A6-D7DF-42C4-B3B2-14105A322C14}" type="presParOf" srcId="{00E46EB4-A78E-405A-BDF0-74E977FE8926}" destId="{2A489F0B-73B9-41F9-8AA0-CB8A0D7341FA}" srcOrd="2" destOrd="0" presId="urn:microsoft.com/office/officeart/2005/8/layout/orgChart1"/>
    <dgm:cxn modelId="{ABCDE65C-E7D7-4C72-A750-F04C0CAF4FD3}" type="presParOf" srcId="{CD29AED7-EDFC-4822-BA81-CA1EEC2F4030}" destId="{72A897FD-F225-41D6-B703-5A55FEF20A38}" srcOrd="4" destOrd="0" presId="urn:microsoft.com/office/officeart/2005/8/layout/orgChart1"/>
    <dgm:cxn modelId="{4D0F080E-6525-4B5A-B12A-F2FE5B6883A4}" type="presParOf" srcId="{CD29AED7-EDFC-4822-BA81-CA1EEC2F4030}" destId="{D1B3A30C-403A-40C6-B042-7C160EDEA0A6}" srcOrd="5" destOrd="0" presId="urn:microsoft.com/office/officeart/2005/8/layout/orgChart1"/>
    <dgm:cxn modelId="{3A536BB1-2B3F-40D5-A107-7D2E861783BD}" type="presParOf" srcId="{D1B3A30C-403A-40C6-B042-7C160EDEA0A6}" destId="{218DB686-9B1F-48BB-90A0-8619C285170E}" srcOrd="0" destOrd="0" presId="urn:microsoft.com/office/officeart/2005/8/layout/orgChart1"/>
    <dgm:cxn modelId="{16D3C366-F019-437C-889B-421BCA382C0E}" type="presParOf" srcId="{218DB686-9B1F-48BB-90A0-8619C285170E}" destId="{23009403-5DBE-40A2-9072-8774B3AC9F78}" srcOrd="0" destOrd="0" presId="urn:microsoft.com/office/officeart/2005/8/layout/orgChart1"/>
    <dgm:cxn modelId="{EFC19948-E81C-42EE-9AC0-AAC6E58FA6E1}" type="presParOf" srcId="{218DB686-9B1F-48BB-90A0-8619C285170E}" destId="{74758BDD-718F-46F7-96F6-EF512382F467}" srcOrd="1" destOrd="0" presId="urn:microsoft.com/office/officeart/2005/8/layout/orgChart1"/>
    <dgm:cxn modelId="{C4762DF8-A7D8-4079-AF6E-997D01802A88}" type="presParOf" srcId="{D1B3A30C-403A-40C6-B042-7C160EDEA0A6}" destId="{6C5A11E2-9CF9-4944-B5B3-6A93EC5ED965}" srcOrd="1" destOrd="0" presId="urn:microsoft.com/office/officeart/2005/8/layout/orgChart1"/>
    <dgm:cxn modelId="{3C9D9D76-C51B-4E16-8971-1726BAE8B4B6}" type="presParOf" srcId="{6C5A11E2-9CF9-4944-B5B3-6A93EC5ED965}" destId="{7CE2310F-1BEB-4B3C-9D8E-51FDABB91544}" srcOrd="0" destOrd="0" presId="urn:microsoft.com/office/officeart/2005/8/layout/orgChart1"/>
    <dgm:cxn modelId="{A713101E-8EE3-464D-88C1-F7719ED5529E}" type="presParOf" srcId="{6C5A11E2-9CF9-4944-B5B3-6A93EC5ED965}" destId="{7B158CC8-041B-489A-95C2-C4E5D572AC97}" srcOrd="1" destOrd="0" presId="urn:microsoft.com/office/officeart/2005/8/layout/orgChart1"/>
    <dgm:cxn modelId="{80FA5AE3-06A5-4E46-956A-06F2A6773A2C}" type="presParOf" srcId="{7B158CC8-041B-489A-95C2-C4E5D572AC97}" destId="{247F35B7-657F-451A-A4FD-691E9459A451}" srcOrd="0" destOrd="0" presId="urn:microsoft.com/office/officeart/2005/8/layout/orgChart1"/>
    <dgm:cxn modelId="{AB037A4F-1099-4887-BC90-2FFDA06EB7B4}" type="presParOf" srcId="{247F35B7-657F-451A-A4FD-691E9459A451}" destId="{C486216C-8A7C-436D-8E53-FE6BE5705371}" srcOrd="0" destOrd="0" presId="urn:microsoft.com/office/officeart/2005/8/layout/orgChart1"/>
    <dgm:cxn modelId="{CBBC9FA2-05E5-4529-A99F-54AF8B3167D2}" type="presParOf" srcId="{247F35B7-657F-451A-A4FD-691E9459A451}" destId="{DE529843-8347-409E-A3DD-A122A24BB4C0}" srcOrd="1" destOrd="0" presId="urn:microsoft.com/office/officeart/2005/8/layout/orgChart1"/>
    <dgm:cxn modelId="{69720E28-16FB-444F-B1B1-B3FA08540003}" type="presParOf" srcId="{7B158CC8-041B-489A-95C2-C4E5D572AC97}" destId="{75262397-DDA2-4225-9FD3-0739AEFAA462}" srcOrd="1" destOrd="0" presId="urn:microsoft.com/office/officeart/2005/8/layout/orgChart1"/>
    <dgm:cxn modelId="{DD520E26-A07F-4E2A-AC9E-E5987E72A7E5}" type="presParOf" srcId="{7B158CC8-041B-489A-95C2-C4E5D572AC97}" destId="{4E271449-A446-4D6D-A3BF-766B019F61AC}" srcOrd="2" destOrd="0" presId="urn:microsoft.com/office/officeart/2005/8/layout/orgChart1"/>
    <dgm:cxn modelId="{04B27A4A-2F84-4C77-AA30-A734752699A1}" type="presParOf" srcId="{6C5A11E2-9CF9-4944-B5B3-6A93EC5ED965}" destId="{D642449A-CF8E-480D-AE30-E38736C30D7A}" srcOrd="2" destOrd="0" presId="urn:microsoft.com/office/officeart/2005/8/layout/orgChart1"/>
    <dgm:cxn modelId="{19ABE2A2-8A0B-44AF-B0E4-923F81E0C09C}" type="presParOf" srcId="{6C5A11E2-9CF9-4944-B5B3-6A93EC5ED965}" destId="{92CD30F2-42BF-4062-AFE1-615770205EB9}" srcOrd="3" destOrd="0" presId="urn:microsoft.com/office/officeart/2005/8/layout/orgChart1"/>
    <dgm:cxn modelId="{92F52CFF-464A-403A-8DD4-9BEAFD2FE31E}" type="presParOf" srcId="{92CD30F2-42BF-4062-AFE1-615770205EB9}" destId="{F64AF1AD-B54C-4518-A1AB-FEE539233DDC}" srcOrd="0" destOrd="0" presId="urn:microsoft.com/office/officeart/2005/8/layout/orgChart1"/>
    <dgm:cxn modelId="{5FCB5798-C359-4BFB-A17B-1D4ECD9F643C}" type="presParOf" srcId="{F64AF1AD-B54C-4518-A1AB-FEE539233DDC}" destId="{21B9705C-438F-4F66-8F77-F53EA85F5504}" srcOrd="0" destOrd="0" presId="urn:microsoft.com/office/officeart/2005/8/layout/orgChart1"/>
    <dgm:cxn modelId="{9FB9FC4A-1A3F-4E39-A850-4B28FDEA3DE9}" type="presParOf" srcId="{F64AF1AD-B54C-4518-A1AB-FEE539233DDC}" destId="{C56BAE8A-22B6-405F-97BB-A53B191DAECB}" srcOrd="1" destOrd="0" presId="urn:microsoft.com/office/officeart/2005/8/layout/orgChart1"/>
    <dgm:cxn modelId="{397CAA5F-1D1F-4C72-BBCA-C9C1E0F02C3A}" type="presParOf" srcId="{92CD30F2-42BF-4062-AFE1-615770205EB9}" destId="{15BE6CEF-0348-4D83-8BE5-E7D97BE0A708}" srcOrd="1" destOrd="0" presId="urn:microsoft.com/office/officeart/2005/8/layout/orgChart1"/>
    <dgm:cxn modelId="{5A596533-99D2-4EAA-972C-91004201E5DF}" type="presParOf" srcId="{92CD30F2-42BF-4062-AFE1-615770205EB9}" destId="{0781B952-EA33-44E0-9F40-632819DA3AC9}" srcOrd="2" destOrd="0" presId="urn:microsoft.com/office/officeart/2005/8/layout/orgChart1"/>
    <dgm:cxn modelId="{180C6A16-3101-44EF-9C29-485A6A7E208F}" type="presParOf" srcId="{D1B3A30C-403A-40C6-B042-7C160EDEA0A6}" destId="{E0A6D8B9-F7F8-4E56-8884-F2E0AD4EBE8E}" srcOrd="2" destOrd="0" presId="urn:microsoft.com/office/officeart/2005/8/layout/orgChart1"/>
    <dgm:cxn modelId="{5C13C4F6-C4F5-45BD-BF34-8B10E5A30774}" type="presParOf" srcId="{CD29AED7-EDFC-4822-BA81-CA1EEC2F4030}" destId="{7F7CF120-943B-4A27-9642-CFE477BC1E4F}" srcOrd="6" destOrd="0" presId="urn:microsoft.com/office/officeart/2005/8/layout/orgChart1"/>
    <dgm:cxn modelId="{C5F741FC-011A-44FE-8835-94BEC9E7CCE0}" type="presParOf" srcId="{CD29AED7-EDFC-4822-BA81-CA1EEC2F4030}" destId="{E70A5928-261F-4B74-B638-0E32BA7B6BD0}" srcOrd="7" destOrd="0" presId="urn:microsoft.com/office/officeart/2005/8/layout/orgChart1"/>
    <dgm:cxn modelId="{690B291A-4DB4-4E26-8ADB-D90A72C38CBA}" type="presParOf" srcId="{E70A5928-261F-4B74-B638-0E32BA7B6BD0}" destId="{00D9BA17-231C-4043-B75E-713D7D1DE53C}" srcOrd="0" destOrd="0" presId="urn:microsoft.com/office/officeart/2005/8/layout/orgChart1"/>
    <dgm:cxn modelId="{93CA8DB1-F0E2-4811-AAFA-EC5CBC20F917}" type="presParOf" srcId="{00D9BA17-231C-4043-B75E-713D7D1DE53C}" destId="{85474E5B-3B98-4733-BD1A-D91E59561E89}" srcOrd="0" destOrd="0" presId="urn:microsoft.com/office/officeart/2005/8/layout/orgChart1"/>
    <dgm:cxn modelId="{DB9EA7A6-6548-495A-81C3-164188270067}" type="presParOf" srcId="{00D9BA17-231C-4043-B75E-713D7D1DE53C}" destId="{1E622BEE-2C8C-4484-B71D-85B404A182A2}" srcOrd="1" destOrd="0" presId="urn:microsoft.com/office/officeart/2005/8/layout/orgChart1"/>
    <dgm:cxn modelId="{61F93FFB-8CD3-4845-AD32-14F150D3D296}" type="presParOf" srcId="{E70A5928-261F-4B74-B638-0E32BA7B6BD0}" destId="{D1887703-7563-45B7-A5A8-D882C6780E7C}" srcOrd="1" destOrd="0" presId="urn:microsoft.com/office/officeart/2005/8/layout/orgChart1"/>
    <dgm:cxn modelId="{90E5DF38-BB83-4890-993C-DA1D53470333}" type="presParOf" srcId="{D1887703-7563-45B7-A5A8-D882C6780E7C}" destId="{FE7E8C00-4EB9-4836-95FD-305371CB94CC}" srcOrd="0" destOrd="0" presId="urn:microsoft.com/office/officeart/2005/8/layout/orgChart1"/>
    <dgm:cxn modelId="{06E548C0-4035-4F01-8B98-3821ED1735B7}" type="presParOf" srcId="{D1887703-7563-45B7-A5A8-D882C6780E7C}" destId="{7E809A74-C5F2-409B-A1BD-8D9CA744D257}" srcOrd="1" destOrd="0" presId="urn:microsoft.com/office/officeart/2005/8/layout/orgChart1"/>
    <dgm:cxn modelId="{D1D94660-94AC-413B-9728-A12A4FC596A0}" type="presParOf" srcId="{7E809A74-C5F2-409B-A1BD-8D9CA744D257}" destId="{05EAC5FC-A558-4F12-A419-17B6A38691E5}" srcOrd="0" destOrd="0" presId="urn:microsoft.com/office/officeart/2005/8/layout/orgChart1"/>
    <dgm:cxn modelId="{1846EDF3-8CED-4CF1-B2FA-1409B74DD793}" type="presParOf" srcId="{05EAC5FC-A558-4F12-A419-17B6A38691E5}" destId="{FB95240F-7592-4EE1-8917-58616060829A}" srcOrd="0" destOrd="0" presId="urn:microsoft.com/office/officeart/2005/8/layout/orgChart1"/>
    <dgm:cxn modelId="{72A9B820-7D57-4069-8C5A-7CA0B90350BB}" type="presParOf" srcId="{05EAC5FC-A558-4F12-A419-17B6A38691E5}" destId="{54730F7B-66FB-48C5-8657-97508E3D90A4}" srcOrd="1" destOrd="0" presId="urn:microsoft.com/office/officeart/2005/8/layout/orgChart1"/>
    <dgm:cxn modelId="{0C290F6C-8CDF-41D0-BC70-7ECDC98455DA}" type="presParOf" srcId="{7E809A74-C5F2-409B-A1BD-8D9CA744D257}" destId="{2759541E-8072-46BC-BE77-B6AD89D3331D}" srcOrd="1" destOrd="0" presId="urn:microsoft.com/office/officeart/2005/8/layout/orgChart1"/>
    <dgm:cxn modelId="{80C00D46-1EA6-4822-A4A7-F7509BF8027C}" type="presParOf" srcId="{7E809A74-C5F2-409B-A1BD-8D9CA744D257}" destId="{5ED3F1F5-E874-4082-BD7D-0092BEABDE1F}" srcOrd="2" destOrd="0" presId="urn:microsoft.com/office/officeart/2005/8/layout/orgChart1"/>
    <dgm:cxn modelId="{CD7A7E6B-D239-4DD2-B3FD-3BFF7786D600}" type="presParOf" srcId="{D1887703-7563-45B7-A5A8-D882C6780E7C}" destId="{B64C6969-627C-4F1F-B528-82BF1AB39FF0}" srcOrd="2" destOrd="0" presId="urn:microsoft.com/office/officeart/2005/8/layout/orgChart1"/>
    <dgm:cxn modelId="{0DDE72D3-1A16-426B-AA24-3180259E184F}" type="presParOf" srcId="{D1887703-7563-45B7-A5A8-D882C6780E7C}" destId="{C50E1362-8C5F-489C-A20A-AE75487B9C1C}" srcOrd="3" destOrd="0" presId="urn:microsoft.com/office/officeart/2005/8/layout/orgChart1"/>
    <dgm:cxn modelId="{D403FB52-FC13-4F6B-B841-BF8C9B7A258E}" type="presParOf" srcId="{C50E1362-8C5F-489C-A20A-AE75487B9C1C}" destId="{073630F1-27E3-416A-90F0-688205FDDB9E}" srcOrd="0" destOrd="0" presId="urn:microsoft.com/office/officeart/2005/8/layout/orgChart1"/>
    <dgm:cxn modelId="{44A54844-5B63-4495-9D9C-32C72C0D0545}" type="presParOf" srcId="{073630F1-27E3-416A-90F0-688205FDDB9E}" destId="{42C51336-5706-442B-8D2B-0D90CBC4B77C}" srcOrd="0" destOrd="0" presId="urn:microsoft.com/office/officeart/2005/8/layout/orgChart1"/>
    <dgm:cxn modelId="{C0A9FC98-C44C-4D53-8B94-14D04DB0AACD}" type="presParOf" srcId="{073630F1-27E3-416A-90F0-688205FDDB9E}" destId="{F36A4A76-DD56-4109-BCA4-F053E249EC94}" srcOrd="1" destOrd="0" presId="urn:microsoft.com/office/officeart/2005/8/layout/orgChart1"/>
    <dgm:cxn modelId="{49A2EB9A-A322-4503-8FB0-F09E8632E6E0}" type="presParOf" srcId="{C50E1362-8C5F-489C-A20A-AE75487B9C1C}" destId="{394CE94E-D1FE-465A-B8F1-90426C375DD6}" srcOrd="1" destOrd="0" presId="urn:microsoft.com/office/officeart/2005/8/layout/orgChart1"/>
    <dgm:cxn modelId="{ABAAA5F3-466D-490E-A28F-BD149018FD83}" type="presParOf" srcId="{C50E1362-8C5F-489C-A20A-AE75487B9C1C}" destId="{03C1105A-B65D-483A-A06D-4C84D738FB3E}" srcOrd="2" destOrd="0" presId="urn:microsoft.com/office/officeart/2005/8/layout/orgChart1"/>
    <dgm:cxn modelId="{8A0454BC-B83D-4A7D-AE88-840D8DC72E4B}" type="presParOf" srcId="{D1887703-7563-45B7-A5A8-D882C6780E7C}" destId="{EB1BF7E5-76C1-40AB-9209-A718D0894030}" srcOrd="4" destOrd="0" presId="urn:microsoft.com/office/officeart/2005/8/layout/orgChart1"/>
    <dgm:cxn modelId="{FCE30BCA-902D-4950-936E-0E7203854F19}" type="presParOf" srcId="{D1887703-7563-45B7-A5A8-D882C6780E7C}" destId="{17E987B4-74A1-42D5-80BF-60D201DE0569}" srcOrd="5" destOrd="0" presId="urn:microsoft.com/office/officeart/2005/8/layout/orgChart1"/>
    <dgm:cxn modelId="{50A0B673-3C6B-45BD-97BD-FAA8569AFE0E}" type="presParOf" srcId="{17E987B4-74A1-42D5-80BF-60D201DE0569}" destId="{81E1F30B-14E2-46B9-A6BD-E8F881F4E897}" srcOrd="0" destOrd="0" presId="urn:microsoft.com/office/officeart/2005/8/layout/orgChart1"/>
    <dgm:cxn modelId="{8CCC81E1-7866-4C68-BE30-854DFB2263DC}" type="presParOf" srcId="{81E1F30B-14E2-46B9-A6BD-E8F881F4E897}" destId="{CD484264-F140-43A6-925D-9B1B64DD17F3}" srcOrd="0" destOrd="0" presId="urn:microsoft.com/office/officeart/2005/8/layout/orgChart1"/>
    <dgm:cxn modelId="{4BC1441E-9E78-4CA4-A457-707EAAF20E0C}" type="presParOf" srcId="{81E1F30B-14E2-46B9-A6BD-E8F881F4E897}" destId="{97A14FCE-D472-410B-9937-AAEC29451B50}" srcOrd="1" destOrd="0" presId="urn:microsoft.com/office/officeart/2005/8/layout/orgChart1"/>
    <dgm:cxn modelId="{D391DC53-109E-4017-AEA4-FF4AE04E59A1}" type="presParOf" srcId="{17E987B4-74A1-42D5-80BF-60D201DE0569}" destId="{0AABE744-8EFE-4B6C-B9E6-9879BA3C0C59}" srcOrd="1" destOrd="0" presId="urn:microsoft.com/office/officeart/2005/8/layout/orgChart1"/>
    <dgm:cxn modelId="{C11AAA7F-852A-4F92-89DE-7EC97F1773BA}" type="presParOf" srcId="{17E987B4-74A1-42D5-80BF-60D201DE0569}" destId="{8C9D4C1E-BA23-4DBB-83DE-E716088B2313}" srcOrd="2" destOrd="0" presId="urn:microsoft.com/office/officeart/2005/8/layout/orgChart1"/>
    <dgm:cxn modelId="{F5E94344-23D5-4439-8106-70B43C265959}" type="presParOf" srcId="{E70A5928-261F-4B74-B638-0E32BA7B6BD0}" destId="{B6EFE0F9-4CD4-42EF-A7A6-2C29130D6ABF}" srcOrd="2" destOrd="0" presId="urn:microsoft.com/office/officeart/2005/8/layout/orgChart1"/>
    <dgm:cxn modelId="{2E7B62BF-182C-4A89-9708-25A23D6114D6}" type="presParOf" srcId="{4085627C-6E34-4BAA-B6E1-2A49A8A01AF5}" destId="{39048662-6856-4584-86B8-58FBC8F9264C}" srcOrd="2" destOrd="0" presId="urn:microsoft.com/office/officeart/2005/8/layout/orgChart1"/>
    <dgm:cxn modelId="{F61CCDBF-C734-4A58-B3A3-3AA9E2D468E8}" type="presParOf" srcId="{F3B18ED1-BBFF-41F4-8794-A00695CC43A0}" destId="{9F9C440F-C0CF-4F44-A40C-3F64D48CD0B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1481DE0-048B-4B16-81C4-BB313FE1B6D7}" type="doc">
      <dgm:prSet loTypeId="urn:microsoft.com/office/officeart/2005/8/layout/orgChart1" loCatId="hierarchy" qsTypeId="urn:microsoft.com/office/officeart/2005/8/quickstyle/simple3" qsCatId="simple" csTypeId="urn:microsoft.com/office/officeart/2005/8/colors/accent3_5" csCatId="accent3" phldr="1"/>
      <dgm:spPr/>
      <dgm:t>
        <a:bodyPr/>
        <a:lstStyle/>
        <a:p>
          <a:endParaRPr lang="en-IN"/>
        </a:p>
      </dgm:t>
    </dgm:pt>
    <dgm:pt modelId="{B0179103-A08B-41DA-896E-B2954A5DCD16}">
      <dgm:prSet phldrT="[Text]" custT="1"/>
      <dgm:spPr/>
      <dgm:t>
        <a:bodyPr/>
        <a:lstStyle/>
        <a:p>
          <a:r>
            <a:rPr lang="en-IN" sz="2000" b="1" i="0" u="none" dirty="0"/>
            <a:t>SQL</a:t>
          </a:r>
          <a:endParaRPr lang="en-IN" sz="2000" b="1" dirty="0"/>
        </a:p>
      </dgm:t>
    </dgm:pt>
    <dgm:pt modelId="{48A10CFB-88AD-4D0B-ABC5-8A7E5AA28662}" type="parTrans" cxnId="{976CF700-88A4-498E-8559-7C83F1A8BAB9}">
      <dgm:prSet/>
      <dgm:spPr/>
      <dgm:t>
        <a:bodyPr/>
        <a:lstStyle/>
        <a:p>
          <a:endParaRPr lang="en-IN" sz="800" b="1"/>
        </a:p>
      </dgm:t>
    </dgm:pt>
    <dgm:pt modelId="{D42A9362-B993-4D50-BD13-F592CA1979AA}" type="sibTrans" cxnId="{976CF700-88A4-498E-8559-7C83F1A8BAB9}">
      <dgm:prSet/>
      <dgm:spPr/>
      <dgm:t>
        <a:bodyPr/>
        <a:lstStyle/>
        <a:p>
          <a:endParaRPr lang="en-IN" sz="800" b="1"/>
        </a:p>
      </dgm:t>
    </dgm:pt>
    <dgm:pt modelId="{0E663EC2-E753-4927-8409-8CC8BE2A8C72}">
      <dgm:prSet phldrT="[Text]" custT="1"/>
      <dgm:spPr/>
      <dgm:t>
        <a:bodyPr/>
        <a:lstStyle/>
        <a:p>
          <a:r>
            <a:rPr lang="en-IN" sz="1400" b="1" dirty="0"/>
            <a:t>STATEMENTS</a:t>
          </a:r>
        </a:p>
      </dgm:t>
    </dgm:pt>
    <dgm:pt modelId="{52DDC03F-E3C2-4992-938D-DB05D0BD785F}" type="parTrans" cxnId="{F110D5F5-2C11-42AF-8209-73CFA4B78F52}">
      <dgm:prSet/>
      <dgm:spPr/>
      <dgm:t>
        <a:bodyPr/>
        <a:lstStyle/>
        <a:p>
          <a:endParaRPr lang="en-IN" sz="800" b="1"/>
        </a:p>
      </dgm:t>
    </dgm:pt>
    <dgm:pt modelId="{71D4A57E-0826-45B5-9EF9-A23B6FAA02CD}" type="sibTrans" cxnId="{F110D5F5-2C11-42AF-8209-73CFA4B78F52}">
      <dgm:prSet/>
      <dgm:spPr/>
      <dgm:t>
        <a:bodyPr/>
        <a:lstStyle/>
        <a:p>
          <a:endParaRPr lang="en-IN" sz="800" b="1"/>
        </a:p>
      </dgm:t>
    </dgm:pt>
    <dgm:pt modelId="{F79D388F-8CC6-49AC-A771-E6606663BEA4}">
      <dgm:prSet phldrT="[Text]" custT="1"/>
      <dgm:spPr/>
      <dgm:t>
        <a:bodyPr/>
        <a:lstStyle/>
        <a:p>
          <a:r>
            <a:rPr lang="en-IN" sz="1400" b="1" dirty="0"/>
            <a:t>OPERATORS</a:t>
          </a:r>
        </a:p>
      </dgm:t>
    </dgm:pt>
    <dgm:pt modelId="{EC5E7552-C75F-45F1-8D33-3F58DB0908C2}" type="parTrans" cxnId="{C0CAF66D-844E-409E-98BE-A3589938720A}">
      <dgm:prSet/>
      <dgm:spPr/>
      <dgm:t>
        <a:bodyPr/>
        <a:lstStyle/>
        <a:p>
          <a:endParaRPr lang="en-IN" sz="800" b="1"/>
        </a:p>
      </dgm:t>
    </dgm:pt>
    <dgm:pt modelId="{9F4778A6-1B93-4439-A30E-C2E39DBB5D7E}" type="sibTrans" cxnId="{C0CAF66D-844E-409E-98BE-A3589938720A}">
      <dgm:prSet/>
      <dgm:spPr/>
      <dgm:t>
        <a:bodyPr/>
        <a:lstStyle/>
        <a:p>
          <a:endParaRPr lang="en-IN" sz="800" b="1"/>
        </a:p>
      </dgm:t>
    </dgm:pt>
    <dgm:pt modelId="{0EC34A80-0518-482B-8F1F-C8843BD2582E}">
      <dgm:prSet phldrT="[Text]" custT="1"/>
      <dgm:spPr/>
      <dgm:t>
        <a:bodyPr/>
        <a:lstStyle/>
        <a:p>
          <a:r>
            <a:rPr lang="en-IN" sz="1400" b="1"/>
            <a:t>FUNCTIONS</a:t>
          </a:r>
        </a:p>
      </dgm:t>
    </dgm:pt>
    <dgm:pt modelId="{7E75F855-998C-4F7C-A678-6B784793A0A8}" type="parTrans" cxnId="{10DE3804-E584-4782-8B25-3613037E9A6B}">
      <dgm:prSet/>
      <dgm:spPr/>
      <dgm:t>
        <a:bodyPr/>
        <a:lstStyle/>
        <a:p>
          <a:endParaRPr lang="en-IN" sz="800" b="1"/>
        </a:p>
      </dgm:t>
    </dgm:pt>
    <dgm:pt modelId="{1F5C129D-661B-40DD-AB80-48D9AA97E63E}" type="sibTrans" cxnId="{10DE3804-E584-4782-8B25-3613037E9A6B}">
      <dgm:prSet/>
      <dgm:spPr/>
      <dgm:t>
        <a:bodyPr/>
        <a:lstStyle/>
        <a:p>
          <a:endParaRPr lang="en-IN" sz="800" b="1"/>
        </a:p>
      </dgm:t>
    </dgm:pt>
    <dgm:pt modelId="{FE7BF99B-64AA-489B-B5A5-21CBA99DCB32}">
      <dgm:prSet phldrT="[Text]" custT="1"/>
      <dgm:spPr/>
      <dgm:t>
        <a:bodyPr/>
        <a:lstStyle/>
        <a:p>
          <a:r>
            <a:rPr lang="en-IN" sz="1400" b="1"/>
            <a:t>CLAUSE</a:t>
          </a:r>
        </a:p>
      </dgm:t>
    </dgm:pt>
    <dgm:pt modelId="{585D9553-1B71-454F-9B62-974944746A49}" type="parTrans" cxnId="{0D09947F-0494-457F-9150-A3D60C468451}">
      <dgm:prSet/>
      <dgm:spPr/>
      <dgm:t>
        <a:bodyPr/>
        <a:lstStyle/>
        <a:p>
          <a:endParaRPr lang="en-IN" sz="800" b="1"/>
        </a:p>
      </dgm:t>
    </dgm:pt>
    <dgm:pt modelId="{02003A1D-2D51-478E-A88D-C46EB988934C}" type="sibTrans" cxnId="{0D09947F-0494-457F-9150-A3D60C468451}">
      <dgm:prSet/>
      <dgm:spPr/>
      <dgm:t>
        <a:bodyPr/>
        <a:lstStyle/>
        <a:p>
          <a:endParaRPr lang="en-IN" sz="800" b="1"/>
        </a:p>
      </dgm:t>
    </dgm:pt>
    <dgm:pt modelId="{0863B548-44C4-4F7E-9934-4C9B742B0E6C}">
      <dgm:prSet phldrT="[Text]" custT="1"/>
      <dgm:spPr/>
      <dgm:t>
        <a:bodyPr/>
        <a:lstStyle/>
        <a:p>
          <a:r>
            <a:rPr lang="en-IN" sz="1400" b="1"/>
            <a:t>JOINS</a:t>
          </a:r>
        </a:p>
      </dgm:t>
    </dgm:pt>
    <dgm:pt modelId="{B9B67C6D-9366-41CC-8BDA-B22257154147}" type="parTrans" cxnId="{C8BC1301-9370-4DAC-8F20-CB4AF76CBF78}">
      <dgm:prSet/>
      <dgm:spPr/>
      <dgm:t>
        <a:bodyPr/>
        <a:lstStyle/>
        <a:p>
          <a:endParaRPr lang="en-IN" sz="800" b="1"/>
        </a:p>
      </dgm:t>
    </dgm:pt>
    <dgm:pt modelId="{65FC1DA2-B602-491D-B4D6-122DC736D742}" type="sibTrans" cxnId="{C8BC1301-9370-4DAC-8F20-CB4AF76CBF78}">
      <dgm:prSet/>
      <dgm:spPr/>
      <dgm:t>
        <a:bodyPr/>
        <a:lstStyle/>
        <a:p>
          <a:endParaRPr lang="en-IN" sz="800" b="1"/>
        </a:p>
      </dgm:t>
    </dgm:pt>
    <dgm:pt modelId="{D5FD129F-9AD9-4573-A90E-F37FB6B93DFE}">
      <dgm:prSet phldrT="[Text]" custT="1"/>
      <dgm:spPr/>
      <dgm:t>
        <a:bodyPr/>
        <a:lstStyle/>
        <a:p>
          <a:r>
            <a:rPr lang="en-IN" sz="1400" b="1"/>
            <a:t>SET OPERATORS</a:t>
          </a:r>
        </a:p>
      </dgm:t>
    </dgm:pt>
    <dgm:pt modelId="{445CACC8-A824-4EAE-84F4-275A71950542}" type="parTrans" cxnId="{7B1A6BEB-AAC3-4181-8908-02F8C2333C69}">
      <dgm:prSet/>
      <dgm:spPr/>
      <dgm:t>
        <a:bodyPr/>
        <a:lstStyle/>
        <a:p>
          <a:endParaRPr lang="en-IN" sz="800" b="1"/>
        </a:p>
      </dgm:t>
    </dgm:pt>
    <dgm:pt modelId="{0A4CB967-A474-4AFE-A4E7-86AACED4647C}" type="sibTrans" cxnId="{7B1A6BEB-AAC3-4181-8908-02F8C2333C69}">
      <dgm:prSet/>
      <dgm:spPr/>
      <dgm:t>
        <a:bodyPr/>
        <a:lstStyle/>
        <a:p>
          <a:endParaRPr lang="en-IN" sz="800" b="1"/>
        </a:p>
      </dgm:t>
    </dgm:pt>
    <dgm:pt modelId="{A21BE807-4B11-4EAE-8160-7BD581E1AF36}">
      <dgm:prSet phldrT="[Text]" custT="1"/>
      <dgm:spPr/>
      <dgm:t>
        <a:bodyPr/>
        <a:lstStyle/>
        <a:p>
          <a:r>
            <a:rPr lang="en-IN" sz="1400" b="1"/>
            <a:t>OLAP Functions</a:t>
          </a:r>
        </a:p>
      </dgm:t>
    </dgm:pt>
    <dgm:pt modelId="{D9AE917C-6706-48A1-B599-1317A8B80A8E}" type="parTrans" cxnId="{5ABDAC96-6DBA-49F3-BEBD-CDF7C1EAA115}">
      <dgm:prSet/>
      <dgm:spPr/>
      <dgm:t>
        <a:bodyPr/>
        <a:lstStyle/>
        <a:p>
          <a:endParaRPr lang="en-IN" sz="800" b="1"/>
        </a:p>
      </dgm:t>
    </dgm:pt>
    <dgm:pt modelId="{3B0CDFE6-8EAF-4490-AE24-600B26119903}" type="sibTrans" cxnId="{5ABDAC96-6DBA-49F3-BEBD-CDF7C1EAA115}">
      <dgm:prSet/>
      <dgm:spPr/>
      <dgm:t>
        <a:bodyPr/>
        <a:lstStyle/>
        <a:p>
          <a:endParaRPr lang="en-IN" sz="800" b="1"/>
        </a:p>
      </dgm:t>
    </dgm:pt>
    <dgm:pt modelId="{737AF870-C697-404B-B48B-55E29BCAA2CA}">
      <dgm:prSet phldrT="[Text]" custT="1"/>
      <dgm:spPr/>
      <dgm:t>
        <a:bodyPr/>
        <a:lstStyle/>
        <a:p>
          <a:r>
            <a:rPr lang="en-IN" sz="800" b="1" dirty="0"/>
            <a:t>ARTHEMATIC</a:t>
          </a:r>
        </a:p>
      </dgm:t>
    </dgm:pt>
    <dgm:pt modelId="{518DCB44-D039-4C63-A297-8013E51E6765}" type="parTrans" cxnId="{774A2737-A9A7-4746-8ADC-D4C315E293C2}">
      <dgm:prSet/>
      <dgm:spPr/>
      <dgm:t>
        <a:bodyPr/>
        <a:lstStyle/>
        <a:p>
          <a:endParaRPr lang="en-IN" sz="800" b="1"/>
        </a:p>
      </dgm:t>
    </dgm:pt>
    <dgm:pt modelId="{BA811DB4-A898-4C69-A964-2137CD49168B}" type="sibTrans" cxnId="{774A2737-A9A7-4746-8ADC-D4C315E293C2}">
      <dgm:prSet/>
      <dgm:spPr/>
      <dgm:t>
        <a:bodyPr/>
        <a:lstStyle/>
        <a:p>
          <a:endParaRPr lang="en-IN" sz="800" b="1"/>
        </a:p>
      </dgm:t>
    </dgm:pt>
    <dgm:pt modelId="{1241CA5A-B06A-46EF-B6AF-FF0B5DD0AA71}">
      <dgm:prSet phldrT="[Text]" custT="1"/>
      <dgm:spPr/>
      <dgm:t>
        <a:bodyPr/>
        <a:lstStyle/>
        <a:p>
          <a:r>
            <a:rPr lang="en-IN" sz="800" b="1" dirty="0"/>
            <a:t>LOGICAL</a:t>
          </a:r>
        </a:p>
      </dgm:t>
    </dgm:pt>
    <dgm:pt modelId="{DFA898EA-141D-4E49-B86C-CF22C24BD38A}" type="parTrans" cxnId="{56B85A6A-15F5-4DAB-807A-E5942B89D5E6}">
      <dgm:prSet/>
      <dgm:spPr/>
      <dgm:t>
        <a:bodyPr/>
        <a:lstStyle/>
        <a:p>
          <a:endParaRPr lang="en-IN" sz="800" b="1"/>
        </a:p>
      </dgm:t>
    </dgm:pt>
    <dgm:pt modelId="{7DDD8312-110C-4C43-8269-19EC67EA11E8}" type="sibTrans" cxnId="{56B85A6A-15F5-4DAB-807A-E5942B89D5E6}">
      <dgm:prSet/>
      <dgm:spPr/>
      <dgm:t>
        <a:bodyPr/>
        <a:lstStyle/>
        <a:p>
          <a:endParaRPr lang="en-IN" sz="800" b="1"/>
        </a:p>
      </dgm:t>
    </dgm:pt>
    <dgm:pt modelId="{2EEDB718-7A77-499B-9617-7A5E1E2A01FB}">
      <dgm:prSet phldrT="[Text]" custT="1"/>
      <dgm:spPr/>
      <dgm:t>
        <a:bodyPr/>
        <a:lstStyle/>
        <a:p>
          <a:r>
            <a:rPr lang="en-IN" sz="800" b="1"/>
            <a:t>COMPARISION</a:t>
          </a:r>
        </a:p>
      </dgm:t>
    </dgm:pt>
    <dgm:pt modelId="{14BBB94F-DB80-4342-9161-3249C065525E}" type="parTrans" cxnId="{3F8BFE5F-8B6A-4FF1-AE18-7323D0C0133B}">
      <dgm:prSet/>
      <dgm:spPr/>
      <dgm:t>
        <a:bodyPr/>
        <a:lstStyle/>
        <a:p>
          <a:endParaRPr lang="en-IN" sz="800" b="1"/>
        </a:p>
      </dgm:t>
    </dgm:pt>
    <dgm:pt modelId="{484E099B-5785-4C10-A035-7A434AB941E4}" type="sibTrans" cxnId="{3F8BFE5F-8B6A-4FF1-AE18-7323D0C0133B}">
      <dgm:prSet/>
      <dgm:spPr/>
      <dgm:t>
        <a:bodyPr/>
        <a:lstStyle/>
        <a:p>
          <a:endParaRPr lang="en-IN" sz="800" b="1"/>
        </a:p>
      </dgm:t>
    </dgm:pt>
    <dgm:pt modelId="{16272A12-AE56-4ED3-990D-8896F0D49BBD}">
      <dgm:prSet phldrT="[Text]" custT="1"/>
      <dgm:spPr/>
      <dgm:t>
        <a:bodyPr/>
        <a:lstStyle/>
        <a:p>
          <a:r>
            <a:rPr lang="en-IN" sz="800" b="1"/>
            <a:t>SINGLE ROW FUNCTIONS</a:t>
          </a:r>
        </a:p>
      </dgm:t>
    </dgm:pt>
    <dgm:pt modelId="{235B8578-5AFE-427B-B7B7-35669F15071C}" type="parTrans" cxnId="{3892F2CE-2013-434E-BE0F-132BA3598FFF}">
      <dgm:prSet/>
      <dgm:spPr/>
      <dgm:t>
        <a:bodyPr/>
        <a:lstStyle/>
        <a:p>
          <a:endParaRPr lang="en-IN" sz="800" b="1"/>
        </a:p>
      </dgm:t>
    </dgm:pt>
    <dgm:pt modelId="{764EBE74-E40E-4DA9-AEB8-D4E04CC0390E}" type="sibTrans" cxnId="{3892F2CE-2013-434E-BE0F-132BA3598FFF}">
      <dgm:prSet/>
      <dgm:spPr/>
      <dgm:t>
        <a:bodyPr/>
        <a:lstStyle/>
        <a:p>
          <a:endParaRPr lang="en-IN" sz="800" b="1"/>
        </a:p>
      </dgm:t>
    </dgm:pt>
    <dgm:pt modelId="{339A4568-38CA-40E6-ADBA-E8B48DDF8DE0}">
      <dgm:prSet phldrT="[Text]" custT="1"/>
      <dgm:spPr/>
      <dgm:t>
        <a:bodyPr/>
        <a:lstStyle/>
        <a:p>
          <a:r>
            <a:rPr lang="en-IN" sz="800" b="1"/>
            <a:t>AGGREGATE FUNCTIONS</a:t>
          </a:r>
        </a:p>
      </dgm:t>
    </dgm:pt>
    <dgm:pt modelId="{A65B0D8D-DC6D-454A-BDB6-795A101DD841}" type="parTrans" cxnId="{9DE1B4B5-343D-4140-B91B-34181684A6D6}">
      <dgm:prSet/>
      <dgm:spPr/>
      <dgm:t>
        <a:bodyPr/>
        <a:lstStyle/>
        <a:p>
          <a:endParaRPr lang="en-IN" sz="800" b="1"/>
        </a:p>
      </dgm:t>
    </dgm:pt>
    <dgm:pt modelId="{D7F592E0-B881-43C5-8249-6044713ADF2B}" type="sibTrans" cxnId="{9DE1B4B5-343D-4140-B91B-34181684A6D6}">
      <dgm:prSet/>
      <dgm:spPr/>
      <dgm:t>
        <a:bodyPr/>
        <a:lstStyle/>
        <a:p>
          <a:endParaRPr lang="en-IN" sz="800" b="1"/>
        </a:p>
      </dgm:t>
    </dgm:pt>
    <dgm:pt modelId="{D8150641-092D-4170-BAA7-FAA69693327C}">
      <dgm:prSet phldrT="[Text]" custT="1"/>
      <dgm:spPr/>
      <dgm:t>
        <a:bodyPr/>
        <a:lstStyle/>
        <a:p>
          <a:r>
            <a:rPr lang="en-IN" sz="800" b="1" dirty="0"/>
            <a:t>SELECT</a:t>
          </a:r>
        </a:p>
      </dgm:t>
    </dgm:pt>
    <dgm:pt modelId="{6B961669-DA37-4087-8422-7D44E6B7CF77}" type="parTrans" cxnId="{A7AC761B-0B01-4B56-B364-CBA170F034FD}">
      <dgm:prSet/>
      <dgm:spPr/>
      <dgm:t>
        <a:bodyPr/>
        <a:lstStyle/>
        <a:p>
          <a:endParaRPr lang="en-IN" sz="800" b="1"/>
        </a:p>
      </dgm:t>
    </dgm:pt>
    <dgm:pt modelId="{C73CCE2C-7FD3-4973-A6C9-947327128AA3}" type="sibTrans" cxnId="{A7AC761B-0B01-4B56-B364-CBA170F034FD}">
      <dgm:prSet/>
      <dgm:spPr/>
      <dgm:t>
        <a:bodyPr/>
        <a:lstStyle/>
        <a:p>
          <a:endParaRPr lang="en-IN" sz="800" b="1"/>
        </a:p>
      </dgm:t>
    </dgm:pt>
    <dgm:pt modelId="{E92B6168-4783-4862-B9A3-9B857700BA0E}">
      <dgm:prSet phldrT="[Text]" custT="1"/>
      <dgm:spPr/>
      <dgm:t>
        <a:bodyPr/>
        <a:lstStyle/>
        <a:p>
          <a:r>
            <a:rPr lang="en-IN" sz="800" b="1" dirty="0"/>
            <a:t>DISTINCT</a:t>
          </a:r>
        </a:p>
      </dgm:t>
    </dgm:pt>
    <dgm:pt modelId="{50012AA4-B2C3-4E7E-885C-5E4B7E413A56}" type="parTrans" cxnId="{9350BB2F-924D-44D5-AB58-B32FEC3C50F6}">
      <dgm:prSet/>
      <dgm:spPr/>
      <dgm:t>
        <a:bodyPr/>
        <a:lstStyle/>
        <a:p>
          <a:endParaRPr lang="en-IN" sz="800" b="1"/>
        </a:p>
      </dgm:t>
    </dgm:pt>
    <dgm:pt modelId="{FF0772A2-1DB7-4256-B845-84C5A1FACF13}" type="sibTrans" cxnId="{9350BB2F-924D-44D5-AB58-B32FEC3C50F6}">
      <dgm:prSet/>
      <dgm:spPr/>
      <dgm:t>
        <a:bodyPr/>
        <a:lstStyle/>
        <a:p>
          <a:endParaRPr lang="en-IN" sz="800" b="1"/>
        </a:p>
      </dgm:t>
    </dgm:pt>
    <dgm:pt modelId="{9CFB8803-99F4-474A-A9BA-815E5AA182BF}">
      <dgm:prSet phldrT="[Text]" custT="1"/>
      <dgm:spPr/>
      <dgm:t>
        <a:bodyPr/>
        <a:lstStyle/>
        <a:p>
          <a:r>
            <a:rPr lang="en-IN" sz="800" b="1" dirty="0"/>
            <a:t>ORDER BY</a:t>
          </a:r>
        </a:p>
      </dgm:t>
    </dgm:pt>
    <dgm:pt modelId="{1A801451-5B83-46B4-94E9-E06047A30EC6}" type="parTrans" cxnId="{D7066B3D-40DA-44A3-A748-0FDEC6008431}">
      <dgm:prSet/>
      <dgm:spPr/>
      <dgm:t>
        <a:bodyPr/>
        <a:lstStyle/>
        <a:p>
          <a:endParaRPr lang="en-IN" sz="800" b="1"/>
        </a:p>
      </dgm:t>
    </dgm:pt>
    <dgm:pt modelId="{697AFAEC-E238-48C7-9A86-7FAE75560B1E}" type="sibTrans" cxnId="{D7066B3D-40DA-44A3-A748-0FDEC6008431}">
      <dgm:prSet/>
      <dgm:spPr/>
      <dgm:t>
        <a:bodyPr/>
        <a:lstStyle/>
        <a:p>
          <a:endParaRPr lang="en-IN" sz="800" b="1"/>
        </a:p>
      </dgm:t>
    </dgm:pt>
    <dgm:pt modelId="{7761254D-DD61-49D9-8355-2F4D90770132}">
      <dgm:prSet phldrT="[Text]" custT="1"/>
      <dgm:spPr/>
      <dgm:t>
        <a:bodyPr/>
        <a:lstStyle/>
        <a:p>
          <a:r>
            <a:rPr lang="en-IN" sz="800" b="1"/>
            <a:t>INNER</a:t>
          </a:r>
        </a:p>
      </dgm:t>
    </dgm:pt>
    <dgm:pt modelId="{FAE56C9D-67FF-435E-9639-B8966DD22073}" type="parTrans" cxnId="{233E6AFF-6839-4CA5-8E29-D46E3E1AB4D1}">
      <dgm:prSet/>
      <dgm:spPr/>
      <dgm:t>
        <a:bodyPr/>
        <a:lstStyle/>
        <a:p>
          <a:endParaRPr lang="en-IN" sz="800" b="1"/>
        </a:p>
      </dgm:t>
    </dgm:pt>
    <dgm:pt modelId="{59A7BC9D-9610-46DF-B1BD-902A1EEB1473}" type="sibTrans" cxnId="{233E6AFF-6839-4CA5-8E29-D46E3E1AB4D1}">
      <dgm:prSet/>
      <dgm:spPr/>
      <dgm:t>
        <a:bodyPr/>
        <a:lstStyle/>
        <a:p>
          <a:endParaRPr lang="en-IN" sz="800" b="1"/>
        </a:p>
      </dgm:t>
    </dgm:pt>
    <dgm:pt modelId="{B107F2C4-970C-4BA6-B6F7-348E34272D09}">
      <dgm:prSet phldrT="[Text]" custT="1"/>
      <dgm:spPr/>
      <dgm:t>
        <a:bodyPr/>
        <a:lstStyle/>
        <a:p>
          <a:r>
            <a:rPr lang="en-IN" sz="800" b="1"/>
            <a:t>FULL</a:t>
          </a:r>
        </a:p>
      </dgm:t>
    </dgm:pt>
    <dgm:pt modelId="{85028570-B456-452C-BC1C-444F5691A29F}" type="parTrans" cxnId="{41A525ED-5398-44DA-BC90-7ED5029A8FAB}">
      <dgm:prSet/>
      <dgm:spPr/>
      <dgm:t>
        <a:bodyPr/>
        <a:lstStyle/>
        <a:p>
          <a:endParaRPr lang="en-IN" sz="800" b="1"/>
        </a:p>
      </dgm:t>
    </dgm:pt>
    <dgm:pt modelId="{1EB3157F-FF03-44AC-89C7-F9587143DC40}" type="sibTrans" cxnId="{41A525ED-5398-44DA-BC90-7ED5029A8FAB}">
      <dgm:prSet/>
      <dgm:spPr/>
      <dgm:t>
        <a:bodyPr/>
        <a:lstStyle/>
        <a:p>
          <a:endParaRPr lang="en-IN" sz="800" b="1"/>
        </a:p>
      </dgm:t>
    </dgm:pt>
    <dgm:pt modelId="{A65DD454-32A9-4012-8993-96048372BF11}">
      <dgm:prSet phldrT="[Text]" custT="1"/>
      <dgm:spPr/>
      <dgm:t>
        <a:bodyPr/>
        <a:lstStyle/>
        <a:p>
          <a:r>
            <a:rPr lang="en-IN" sz="800" b="1"/>
            <a:t>LEFT</a:t>
          </a:r>
        </a:p>
      </dgm:t>
    </dgm:pt>
    <dgm:pt modelId="{5E5E7C6C-111D-4DBD-A8A5-2CEBA5F6DD15}" type="parTrans" cxnId="{B3F7995E-4D2C-4F0B-A2CC-AAA17343DDB1}">
      <dgm:prSet/>
      <dgm:spPr/>
      <dgm:t>
        <a:bodyPr/>
        <a:lstStyle/>
        <a:p>
          <a:endParaRPr lang="en-IN" sz="800" b="1"/>
        </a:p>
      </dgm:t>
    </dgm:pt>
    <dgm:pt modelId="{80FA4FE5-4A88-43B9-9EC4-B83013C79F46}" type="sibTrans" cxnId="{B3F7995E-4D2C-4F0B-A2CC-AAA17343DDB1}">
      <dgm:prSet/>
      <dgm:spPr/>
      <dgm:t>
        <a:bodyPr/>
        <a:lstStyle/>
        <a:p>
          <a:endParaRPr lang="en-IN" sz="800" b="1"/>
        </a:p>
      </dgm:t>
    </dgm:pt>
    <dgm:pt modelId="{DB79B1FA-C98B-4980-9249-5E72614CC6EC}">
      <dgm:prSet phldrT="[Text]" custT="1"/>
      <dgm:spPr/>
      <dgm:t>
        <a:bodyPr/>
        <a:lstStyle/>
        <a:p>
          <a:r>
            <a:rPr lang="en-IN" sz="800" b="1"/>
            <a:t>RIGHT</a:t>
          </a:r>
        </a:p>
      </dgm:t>
    </dgm:pt>
    <dgm:pt modelId="{012ECCA4-BCA8-4D11-9340-945B551C9E0C}" type="parTrans" cxnId="{3FF62179-353B-4052-B433-A6B9B27C17C6}">
      <dgm:prSet/>
      <dgm:spPr/>
      <dgm:t>
        <a:bodyPr/>
        <a:lstStyle/>
        <a:p>
          <a:endParaRPr lang="en-IN" sz="800" b="1"/>
        </a:p>
      </dgm:t>
    </dgm:pt>
    <dgm:pt modelId="{3ABD178A-BC72-4623-A40F-B7B8D076F1EA}" type="sibTrans" cxnId="{3FF62179-353B-4052-B433-A6B9B27C17C6}">
      <dgm:prSet/>
      <dgm:spPr/>
      <dgm:t>
        <a:bodyPr/>
        <a:lstStyle/>
        <a:p>
          <a:endParaRPr lang="en-IN" sz="800" b="1"/>
        </a:p>
      </dgm:t>
    </dgm:pt>
    <dgm:pt modelId="{DDDFD064-9FC4-40CE-935B-ED4A52DA34CD}">
      <dgm:prSet phldrT="[Text]" custT="1"/>
      <dgm:spPr/>
      <dgm:t>
        <a:bodyPr/>
        <a:lstStyle/>
        <a:p>
          <a:r>
            <a:rPr lang="en-IN" sz="800" b="1"/>
            <a:t>UNION</a:t>
          </a:r>
        </a:p>
      </dgm:t>
    </dgm:pt>
    <dgm:pt modelId="{195F78BE-D15A-42CB-80C4-3359E8C998B7}" type="parTrans" cxnId="{CAF91B46-5235-4D71-A7DA-66053336A463}">
      <dgm:prSet/>
      <dgm:spPr/>
      <dgm:t>
        <a:bodyPr/>
        <a:lstStyle/>
        <a:p>
          <a:endParaRPr lang="en-IN" sz="800" b="1"/>
        </a:p>
      </dgm:t>
    </dgm:pt>
    <dgm:pt modelId="{42CE30C5-1A14-4F9D-8C24-0BC088210040}" type="sibTrans" cxnId="{CAF91B46-5235-4D71-A7DA-66053336A463}">
      <dgm:prSet/>
      <dgm:spPr/>
      <dgm:t>
        <a:bodyPr/>
        <a:lstStyle/>
        <a:p>
          <a:endParaRPr lang="en-IN" sz="800" b="1"/>
        </a:p>
      </dgm:t>
    </dgm:pt>
    <dgm:pt modelId="{32C8101B-C330-498E-8953-5ABDAB57CAB3}">
      <dgm:prSet phldrT="[Text]" custT="1"/>
      <dgm:spPr/>
      <dgm:t>
        <a:bodyPr/>
        <a:lstStyle/>
        <a:p>
          <a:r>
            <a:rPr lang="en-IN" sz="800" b="1"/>
            <a:t>UNIONALL</a:t>
          </a:r>
        </a:p>
      </dgm:t>
    </dgm:pt>
    <dgm:pt modelId="{9464F664-CF40-4FCD-9589-91B0C2A4AB58}" type="parTrans" cxnId="{4DE2C075-0324-4B85-9220-9BBFF5F0D6C0}">
      <dgm:prSet/>
      <dgm:spPr/>
      <dgm:t>
        <a:bodyPr/>
        <a:lstStyle/>
        <a:p>
          <a:endParaRPr lang="en-IN" sz="800" b="1"/>
        </a:p>
      </dgm:t>
    </dgm:pt>
    <dgm:pt modelId="{848FDFF4-30B0-4998-A5C4-B5A17408F729}" type="sibTrans" cxnId="{4DE2C075-0324-4B85-9220-9BBFF5F0D6C0}">
      <dgm:prSet/>
      <dgm:spPr/>
      <dgm:t>
        <a:bodyPr/>
        <a:lstStyle/>
        <a:p>
          <a:endParaRPr lang="en-IN" sz="800" b="1"/>
        </a:p>
      </dgm:t>
    </dgm:pt>
    <dgm:pt modelId="{89DF5685-46FC-4281-B5E7-4088E871D9E2}">
      <dgm:prSet phldrT="[Text]" custT="1"/>
      <dgm:spPr/>
      <dgm:t>
        <a:bodyPr/>
        <a:lstStyle/>
        <a:p>
          <a:r>
            <a:rPr lang="en-IN" sz="800" b="1"/>
            <a:t>INTERSECT</a:t>
          </a:r>
        </a:p>
      </dgm:t>
    </dgm:pt>
    <dgm:pt modelId="{8096D097-1274-4295-8044-5892C1A1834C}" type="parTrans" cxnId="{8355F113-261C-4E5E-AAAD-83A40132C8E6}">
      <dgm:prSet/>
      <dgm:spPr/>
      <dgm:t>
        <a:bodyPr/>
        <a:lstStyle/>
        <a:p>
          <a:endParaRPr lang="en-IN" sz="800" b="1"/>
        </a:p>
      </dgm:t>
    </dgm:pt>
    <dgm:pt modelId="{B94872E3-367D-4B3A-AC9A-9868D0040735}" type="sibTrans" cxnId="{8355F113-261C-4E5E-AAAD-83A40132C8E6}">
      <dgm:prSet/>
      <dgm:spPr/>
      <dgm:t>
        <a:bodyPr/>
        <a:lstStyle/>
        <a:p>
          <a:endParaRPr lang="en-IN" sz="800" b="1"/>
        </a:p>
      </dgm:t>
    </dgm:pt>
    <dgm:pt modelId="{48CE1B41-6D81-43AB-9CC3-C68140C6E03F}">
      <dgm:prSet phldrT="[Text]" custT="1"/>
      <dgm:spPr/>
      <dgm:t>
        <a:bodyPr/>
        <a:lstStyle/>
        <a:p>
          <a:r>
            <a:rPr lang="en-IN" sz="800" b="1"/>
            <a:t>MINUS</a:t>
          </a:r>
        </a:p>
      </dgm:t>
    </dgm:pt>
    <dgm:pt modelId="{69F3C3E3-8AC7-42EE-ADFB-74B43367E889}" type="parTrans" cxnId="{8971800F-ABFF-4AEC-AB11-397FC8FC0897}">
      <dgm:prSet/>
      <dgm:spPr/>
      <dgm:t>
        <a:bodyPr/>
        <a:lstStyle/>
        <a:p>
          <a:endParaRPr lang="en-IN" sz="800" b="1"/>
        </a:p>
      </dgm:t>
    </dgm:pt>
    <dgm:pt modelId="{9AE219DC-72CA-4608-8522-9FBB9DF89E27}" type="sibTrans" cxnId="{8971800F-ABFF-4AEC-AB11-397FC8FC0897}">
      <dgm:prSet/>
      <dgm:spPr/>
      <dgm:t>
        <a:bodyPr/>
        <a:lstStyle/>
        <a:p>
          <a:endParaRPr lang="en-IN" sz="800" b="1"/>
        </a:p>
      </dgm:t>
    </dgm:pt>
    <dgm:pt modelId="{45314C34-50AF-4E4D-ADBB-0DF08B051943}">
      <dgm:prSet phldrT="[Text]" custT="1"/>
      <dgm:spPr/>
      <dgm:t>
        <a:bodyPr/>
        <a:lstStyle/>
        <a:p>
          <a:r>
            <a:rPr lang="en-IN" sz="800" b="1"/>
            <a:t>CASE</a:t>
          </a:r>
        </a:p>
      </dgm:t>
    </dgm:pt>
    <dgm:pt modelId="{9754DE41-A526-47AA-826D-4B77511EC9F4}" type="parTrans" cxnId="{BE9FBBEA-5323-44B4-B5EF-9E5FCA477981}">
      <dgm:prSet/>
      <dgm:spPr/>
      <dgm:t>
        <a:bodyPr/>
        <a:lstStyle/>
        <a:p>
          <a:endParaRPr lang="en-IN" sz="800" b="1"/>
        </a:p>
      </dgm:t>
    </dgm:pt>
    <dgm:pt modelId="{E2383DAA-10B4-4B4E-8A24-CFECED3ACAA7}" type="sibTrans" cxnId="{BE9FBBEA-5323-44B4-B5EF-9E5FCA477981}">
      <dgm:prSet/>
      <dgm:spPr/>
      <dgm:t>
        <a:bodyPr/>
        <a:lstStyle/>
        <a:p>
          <a:endParaRPr lang="en-IN" sz="800" b="1"/>
        </a:p>
      </dgm:t>
    </dgm:pt>
    <dgm:pt modelId="{364A14DD-4A6B-490F-966D-11A566A8DE1A}">
      <dgm:prSet phldrT="[Text]" custT="1"/>
      <dgm:spPr/>
      <dgm:t>
        <a:bodyPr/>
        <a:lstStyle/>
        <a:p>
          <a:r>
            <a:rPr lang="en-IN" sz="800" b="1"/>
            <a:t>DECODE</a:t>
          </a:r>
        </a:p>
      </dgm:t>
    </dgm:pt>
    <dgm:pt modelId="{BF556DEE-FDB2-4974-A479-9DA811591AC2}" type="parTrans" cxnId="{D53A0411-E835-48BE-BC6C-41DEAD85A16E}">
      <dgm:prSet/>
      <dgm:spPr/>
      <dgm:t>
        <a:bodyPr/>
        <a:lstStyle/>
        <a:p>
          <a:endParaRPr lang="en-IN" sz="800" b="1"/>
        </a:p>
      </dgm:t>
    </dgm:pt>
    <dgm:pt modelId="{96E55914-44A1-4C91-B04F-59CA809B9908}" type="sibTrans" cxnId="{D53A0411-E835-48BE-BC6C-41DEAD85A16E}">
      <dgm:prSet/>
      <dgm:spPr/>
      <dgm:t>
        <a:bodyPr/>
        <a:lstStyle/>
        <a:p>
          <a:endParaRPr lang="en-IN" sz="800" b="1"/>
        </a:p>
      </dgm:t>
    </dgm:pt>
    <dgm:pt modelId="{5B98B468-026A-4D98-AD54-107310318E48}">
      <dgm:prSet phldrT="[Text]" custT="1"/>
      <dgm:spPr/>
      <dgm:t>
        <a:bodyPr/>
        <a:lstStyle/>
        <a:p>
          <a:r>
            <a:rPr lang="en-IN" sz="800" b="1"/>
            <a:t>RANK</a:t>
          </a:r>
        </a:p>
      </dgm:t>
    </dgm:pt>
    <dgm:pt modelId="{E5D80EAF-6AD1-4CDE-977F-AE2628319612}" type="parTrans" cxnId="{B0D38CA5-027F-42A5-B6B5-AAF1B1C48022}">
      <dgm:prSet/>
      <dgm:spPr/>
      <dgm:t>
        <a:bodyPr/>
        <a:lstStyle/>
        <a:p>
          <a:endParaRPr lang="en-IN" sz="800" b="1"/>
        </a:p>
      </dgm:t>
    </dgm:pt>
    <dgm:pt modelId="{C3703D6E-59A6-4C5F-A2BB-B3207F8766E0}" type="sibTrans" cxnId="{B0D38CA5-027F-42A5-B6B5-AAF1B1C48022}">
      <dgm:prSet/>
      <dgm:spPr/>
      <dgm:t>
        <a:bodyPr/>
        <a:lstStyle/>
        <a:p>
          <a:endParaRPr lang="en-IN" sz="800" b="1"/>
        </a:p>
      </dgm:t>
    </dgm:pt>
    <dgm:pt modelId="{BA6F5FF4-A1A3-4AD3-95DC-B34C41B91E4A}">
      <dgm:prSet phldrT="[Text]" custT="1"/>
      <dgm:spPr/>
      <dgm:t>
        <a:bodyPr/>
        <a:lstStyle/>
        <a:p>
          <a:r>
            <a:rPr lang="en-IN" sz="800" b="1"/>
            <a:t>DENSE RANK</a:t>
          </a:r>
        </a:p>
      </dgm:t>
    </dgm:pt>
    <dgm:pt modelId="{DB2A3CAD-29D2-4CC9-8A28-F69DAF6C7AEF}" type="parTrans" cxnId="{AC6D6B0C-AA20-4C77-8CF8-15F2477AD235}">
      <dgm:prSet/>
      <dgm:spPr/>
      <dgm:t>
        <a:bodyPr/>
        <a:lstStyle/>
        <a:p>
          <a:endParaRPr lang="en-IN" sz="800" b="1"/>
        </a:p>
      </dgm:t>
    </dgm:pt>
    <dgm:pt modelId="{DB84C0F9-31C6-4434-A0C0-10CF860E7C6B}" type="sibTrans" cxnId="{AC6D6B0C-AA20-4C77-8CF8-15F2477AD235}">
      <dgm:prSet/>
      <dgm:spPr/>
      <dgm:t>
        <a:bodyPr/>
        <a:lstStyle/>
        <a:p>
          <a:endParaRPr lang="en-IN" sz="800" b="1"/>
        </a:p>
      </dgm:t>
    </dgm:pt>
    <dgm:pt modelId="{9A285F48-DA36-4D48-BC17-91EB2331F477}">
      <dgm:prSet phldrT="[Text]" custT="1"/>
      <dgm:spPr/>
      <dgm:t>
        <a:bodyPr/>
        <a:lstStyle/>
        <a:p>
          <a:r>
            <a:rPr lang="en-IN" sz="800" b="1"/>
            <a:t>ROW NUMBER()</a:t>
          </a:r>
        </a:p>
      </dgm:t>
    </dgm:pt>
    <dgm:pt modelId="{0060A5AA-C100-4893-8AC9-A4AC21A02B5F}" type="parTrans" cxnId="{1C9A3FFF-FAC2-4708-BE2B-1FBB6619D692}">
      <dgm:prSet/>
      <dgm:spPr/>
      <dgm:t>
        <a:bodyPr/>
        <a:lstStyle/>
        <a:p>
          <a:endParaRPr lang="en-IN" sz="800" b="1"/>
        </a:p>
      </dgm:t>
    </dgm:pt>
    <dgm:pt modelId="{74B7E6DA-531E-4604-9501-47CB15868821}" type="sibTrans" cxnId="{1C9A3FFF-FAC2-4708-BE2B-1FBB6619D692}">
      <dgm:prSet/>
      <dgm:spPr/>
      <dgm:t>
        <a:bodyPr/>
        <a:lstStyle/>
        <a:p>
          <a:endParaRPr lang="en-IN" sz="800" b="1"/>
        </a:p>
      </dgm:t>
    </dgm:pt>
    <dgm:pt modelId="{30591FD8-D9D6-4881-B66D-35231C80B82E}">
      <dgm:prSet phldrT="[Text]" custT="1"/>
      <dgm:spPr/>
      <dgm:t>
        <a:bodyPr/>
        <a:lstStyle/>
        <a:p>
          <a:r>
            <a:rPr lang="en-IN" sz="800" b="1"/>
            <a:t>ROW ID</a:t>
          </a:r>
        </a:p>
      </dgm:t>
    </dgm:pt>
    <dgm:pt modelId="{E21BA37E-E40E-47B4-AB0C-7F4A2A3CE1C4}" type="parTrans" cxnId="{6ADFC9E7-7EFA-49B2-8D92-376F87DC2DD3}">
      <dgm:prSet/>
      <dgm:spPr/>
      <dgm:t>
        <a:bodyPr/>
        <a:lstStyle/>
        <a:p>
          <a:endParaRPr lang="en-IN" sz="800" b="1"/>
        </a:p>
      </dgm:t>
    </dgm:pt>
    <dgm:pt modelId="{0835120C-DE4E-4235-997A-AEC1D46E11DB}" type="sibTrans" cxnId="{6ADFC9E7-7EFA-49B2-8D92-376F87DC2DD3}">
      <dgm:prSet/>
      <dgm:spPr/>
      <dgm:t>
        <a:bodyPr/>
        <a:lstStyle/>
        <a:p>
          <a:endParaRPr lang="en-IN" sz="800" b="1"/>
        </a:p>
      </dgm:t>
    </dgm:pt>
    <dgm:pt modelId="{17E8EDD2-C2E9-4009-900B-AEEB5862ECD8}">
      <dgm:prSet phldrT="[Text]" custT="1"/>
      <dgm:spPr/>
      <dgm:t>
        <a:bodyPr/>
        <a:lstStyle/>
        <a:p>
          <a:r>
            <a:rPr lang="en-IN" sz="800" b="1" dirty="0"/>
            <a:t>HAVING</a:t>
          </a:r>
        </a:p>
      </dgm:t>
    </dgm:pt>
    <dgm:pt modelId="{94CB3981-7FA1-4A64-8E02-9CAB98322BE8}" type="parTrans" cxnId="{1D97C967-604F-42C6-9DE8-E334269D4601}">
      <dgm:prSet/>
      <dgm:spPr/>
      <dgm:t>
        <a:bodyPr/>
        <a:lstStyle/>
        <a:p>
          <a:endParaRPr lang="en-IN"/>
        </a:p>
      </dgm:t>
    </dgm:pt>
    <dgm:pt modelId="{2313C51B-7583-4952-ABD2-A9E7821584B3}" type="sibTrans" cxnId="{1D97C967-604F-42C6-9DE8-E334269D4601}">
      <dgm:prSet/>
      <dgm:spPr/>
      <dgm:t>
        <a:bodyPr/>
        <a:lstStyle/>
        <a:p>
          <a:endParaRPr lang="en-IN"/>
        </a:p>
      </dgm:t>
    </dgm:pt>
    <dgm:pt modelId="{10B1B489-B908-4C88-BE1A-91422A199138}">
      <dgm:prSet phldrT="[Text]" custT="1"/>
      <dgm:spPr/>
      <dgm:t>
        <a:bodyPr/>
        <a:lstStyle/>
        <a:p>
          <a:r>
            <a:rPr lang="en-IN" sz="1400" b="1" dirty="0"/>
            <a:t>CONSTRAINTS</a:t>
          </a:r>
        </a:p>
      </dgm:t>
    </dgm:pt>
    <dgm:pt modelId="{77F580D7-B84C-4B80-B472-6FEDE500B8CF}" type="parTrans" cxnId="{9FFA2724-E3F3-4EC9-96C3-49C6CE25C289}">
      <dgm:prSet/>
      <dgm:spPr/>
      <dgm:t>
        <a:bodyPr/>
        <a:lstStyle/>
        <a:p>
          <a:endParaRPr lang="en-IN"/>
        </a:p>
      </dgm:t>
    </dgm:pt>
    <dgm:pt modelId="{C41A6BA8-1441-4122-BCBA-72E5218B1247}" type="sibTrans" cxnId="{9FFA2724-E3F3-4EC9-96C3-49C6CE25C289}">
      <dgm:prSet/>
      <dgm:spPr/>
      <dgm:t>
        <a:bodyPr/>
        <a:lstStyle/>
        <a:p>
          <a:endParaRPr lang="en-IN"/>
        </a:p>
      </dgm:t>
    </dgm:pt>
    <dgm:pt modelId="{B55F1581-9FB1-45DB-AABE-5D5E291275CC}">
      <dgm:prSet phldrT="[Text]" custT="1"/>
      <dgm:spPr/>
      <dgm:t>
        <a:bodyPr/>
        <a:lstStyle/>
        <a:p>
          <a:r>
            <a:rPr lang="en-IN" sz="800" b="1" dirty="0"/>
            <a:t>PRIMARY</a:t>
          </a:r>
        </a:p>
      </dgm:t>
    </dgm:pt>
    <dgm:pt modelId="{E0D43B58-8532-4829-A449-E17C14D2066D}" type="parTrans" cxnId="{8B76D1A9-35FA-4E49-B294-E4EF3018CCBE}">
      <dgm:prSet/>
      <dgm:spPr/>
      <dgm:t>
        <a:bodyPr/>
        <a:lstStyle/>
        <a:p>
          <a:endParaRPr lang="en-IN"/>
        </a:p>
      </dgm:t>
    </dgm:pt>
    <dgm:pt modelId="{9C68B411-BED0-4842-BA91-E94E7FA2B600}" type="sibTrans" cxnId="{8B76D1A9-35FA-4E49-B294-E4EF3018CCBE}">
      <dgm:prSet/>
      <dgm:spPr/>
      <dgm:t>
        <a:bodyPr/>
        <a:lstStyle/>
        <a:p>
          <a:endParaRPr lang="en-IN"/>
        </a:p>
      </dgm:t>
    </dgm:pt>
    <dgm:pt modelId="{664D99A3-4533-4987-8321-A872C5566B3E}">
      <dgm:prSet phldrT="[Text]" custT="1"/>
      <dgm:spPr/>
      <dgm:t>
        <a:bodyPr/>
        <a:lstStyle/>
        <a:p>
          <a:r>
            <a:rPr lang="en-IN" sz="800" b="1" dirty="0"/>
            <a:t>FOREIGN</a:t>
          </a:r>
        </a:p>
      </dgm:t>
    </dgm:pt>
    <dgm:pt modelId="{4857697D-0489-40CA-8CA2-EBEE872EDCFE}" type="parTrans" cxnId="{D8B20248-A56A-4839-8CE3-2BB784266336}">
      <dgm:prSet/>
      <dgm:spPr/>
      <dgm:t>
        <a:bodyPr/>
        <a:lstStyle/>
        <a:p>
          <a:endParaRPr lang="en-IN"/>
        </a:p>
      </dgm:t>
    </dgm:pt>
    <dgm:pt modelId="{B9072A39-7803-4951-8728-30816BF9BDAF}" type="sibTrans" cxnId="{D8B20248-A56A-4839-8CE3-2BB784266336}">
      <dgm:prSet/>
      <dgm:spPr/>
      <dgm:t>
        <a:bodyPr/>
        <a:lstStyle/>
        <a:p>
          <a:endParaRPr lang="en-IN"/>
        </a:p>
      </dgm:t>
    </dgm:pt>
    <dgm:pt modelId="{7A94CE57-D4AB-478A-8737-D32C147E06B6}">
      <dgm:prSet phldrT="[Text]" custT="1"/>
      <dgm:spPr/>
      <dgm:t>
        <a:bodyPr/>
        <a:lstStyle/>
        <a:p>
          <a:r>
            <a:rPr lang="en-IN" sz="800" b="1" dirty="0"/>
            <a:t>NOT NULL</a:t>
          </a:r>
        </a:p>
      </dgm:t>
    </dgm:pt>
    <dgm:pt modelId="{D261169D-B717-4A25-AEE3-6C32CDE4D06F}" type="parTrans" cxnId="{6B7B26E5-FB07-4AC5-9166-F2BD7EF14037}">
      <dgm:prSet/>
      <dgm:spPr/>
      <dgm:t>
        <a:bodyPr/>
        <a:lstStyle/>
        <a:p>
          <a:endParaRPr lang="en-IN"/>
        </a:p>
      </dgm:t>
    </dgm:pt>
    <dgm:pt modelId="{33516BD0-C16F-4882-9FDE-CB40AA681AB4}" type="sibTrans" cxnId="{6B7B26E5-FB07-4AC5-9166-F2BD7EF14037}">
      <dgm:prSet/>
      <dgm:spPr/>
      <dgm:t>
        <a:bodyPr/>
        <a:lstStyle/>
        <a:p>
          <a:endParaRPr lang="en-IN"/>
        </a:p>
      </dgm:t>
    </dgm:pt>
    <dgm:pt modelId="{C3F75794-809C-4D84-B95B-66B35EE8ABF5}">
      <dgm:prSet phldrT="[Text]" custT="1"/>
      <dgm:spPr/>
      <dgm:t>
        <a:bodyPr/>
        <a:lstStyle/>
        <a:p>
          <a:r>
            <a:rPr lang="en-IN" sz="800" b="1" dirty="0"/>
            <a:t>UNIQUE</a:t>
          </a:r>
        </a:p>
      </dgm:t>
    </dgm:pt>
    <dgm:pt modelId="{2F71AE0E-D505-4526-B1F5-7DAFACF52174}" type="parTrans" cxnId="{D5FE7DAC-B5EE-4F95-B79C-2071DC325708}">
      <dgm:prSet/>
      <dgm:spPr/>
      <dgm:t>
        <a:bodyPr/>
        <a:lstStyle/>
        <a:p>
          <a:endParaRPr lang="en-IN"/>
        </a:p>
      </dgm:t>
    </dgm:pt>
    <dgm:pt modelId="{95D642AE-C67C-4DF9-ACDB-6BB12DDABB6C}" type="sibTrans" cxnId="{D5FE7DAC-B5EE-4F95-B79C-2071DC325708}">
      <dgm:prSet/>
      <dgm:spPr/>
      <dgm:t>
        <a:bodyPr/>
        <a:lstStyle/>
        <a:p>
          <a:endParaRPr lang="en-IN"/>
        </a:p>
      </dgm:t>
    </dgm:pt>
    <dgm:pt modelId="{4B3839A7-0E69-45FE-9783-74632CC83A62}">
      <dgm:prSet phldrT="[Text]" custT="1"/>
      <dgm:spPr/>
      <dgm:t>
        <a:bodyPr/>
        <a:lstStyle/>
        <a:p>
          <a:r>
            <a:rPr lang="en-IN" sz="800" b="1" dirty="0"/>
            <a:t>CHECK</a:t>
          </a:r>
        </a:p>
      </dgm:t>
    </dgm:pt>
    <dgm:pt modelId="{06387FE8-726E-44E3-9F9F-56D7629E314F}" type="parTrans" cxnId="{B7DF29F3-C3E5-4982-B102-48561A3F11EC}">
      <dgm:prSet/>
      <dgm:spPr/>
      <dgm:t>
        <a:bodyPr/>
        <a:lstStyle/>
        <a:p>
          <a:endParaRPr lang="en-IN"/>
        </a:p>
      </dgm:t>
    </dgm:pt>
    <dgm:pt modelId="{93C3912E-B157-42CF-8DAB-86600D2FFC0D}" type="sibTrans" cxnId="{B7DF29F3-C3E5-4982-B102-48561A3F11EC}">
      <dgm:prSet/>
      <dgm:spPr/>
      <dgm:t>
        <a:bodyPr/>
        <a:lstStyle/>
        <a:p>
          <a:endParaRPr lang="en-IN"/>
        </a:p>
      </dgm:t>
    </dgm:pt>
    <dgm:pt modelId="{5A9A0440-86F5-4B70-A189-C945F406EF04}">
      <dgm:prSet phldrT="[Text]" custT="1"/>
      <dgm:spPr/>
      <dgm:t>
        <a:bodyPr/>
        <a:lstStyle/>
        <a:p>
          <a:r>
            <a:rPr lang="en-IN" sz="800" b="1" dirty="0"/>
            <a:t>DEFAULT</a:t>
          </a:r>
        </a:p>
      </dgm:t>
    </dgm:pt>
    <dgm:pt modelId="{CEF517BB-F6D1-4BCA-8EBB-24597EB129B5}" type="parTrans" cxnId="{BB567C08-3554-42D6-8EA2-C0E17B1A8AA8}">
      <dgm:prSet/>
      <dgm:spPr/>
      <dgm:t>
        <a:bodyPr/>
        <a:lstStyle/>
        <a:p>
          <a:endParaRPr lang="en-IN"/>
        </a:p>
      </dgm:t>
    </dgm:pt>
    <dgm:pt modelId="{E18EB64C-D669-467A-9064-34F311B9E3FC}" type="sibTrans" cxnId="{BB567C08-3554-42D6-8EA2-C0E17B1A8AA8}">
      <dgm:prSet/>
      <dgm:spPr/>
      <dgm:t>
        <a:bodyPr/>
        <a:lstStyle/>
        <a:p>
          <a:endParaRPr lang="en-IN"/>
        </a:p>
      </dgm:t>
    </dgm:pt>
    <dgm:pt modelId="{27712864-AD79-443E-A8FC-667C60B7496D}">
      <dgm:prSet phldrT="[Text]" custT="1"/>
      <dgm:spPr/>
      <dgm:t>
        <a:bodyPr/>
        <a:lstStyle/>
        <a:p>
          <a:r>
            <a:rPr lang="en-IN" sz="800" b="1" dirty="0"/>
            <a:t>WITH</a:t>
          </a:r>
        </a:p>
      </dgm:t>
    </dgm:pt>
    <dgm:pt modelId="{BB1358E8-7B1F-4C82-A9FF-1F052DE7194A}" type="parTrans" cxnId="{1BAA46FA-8F6A-431F-8885-E49F2C495B4C}">
      <dgm:prSet/>
      <dgm:spPr/>
      <dgm:t>
        <a:bodyPr/>
        <a:lstStyle/>
        <a:p>
          <a:endParaRPr lang="en-IN"/>
        </a:p>
      </dgm:t>
    </dgm:pt>
    <dgm:pt modelId="{6F79E11E-74FA-4C35-B08A-8CBA89D3FEC6}" type="sibTrans" cxnId="{1BAA46FA-8F6A-431F-8885-E49F2C495B4C}">
      <dgm:prSet/>
      <dgm:spPr/>
      <dgm:t>
        <a:bodyPr/>
        <a:lstStyle/>
        <a:p>
          <a:endParaRPr lang="en-IN"/>
        </a:p>
      </dgm:t>
    </dgm:pt>
    <dgm:pt modelId="{A87DE630-9C84-481C-8CC3-334C4B9CF23E}">
      <dgm:prSet phldrT="[Text]" custT="1"/>
      <dgm:spPr/>
      <dgm:t>
        <a:bodyPr/>
        <a:lstStyle/>
        <a:p>
          <a:r>
            <a:rPr lang="en-IN" sz="800" b="1" dirty="0"/>
            <a:t>GROUP BY</a:t>
          </a:r>
        </a:p>
      </dgm:t>
    </dgm:pt>
    <dgm:pt modelId="{E91BE792-11CC-4161-9328-4794A209FB7F}" type="parTrans" cxnId="{A632A87A-A893-4186-B03B-18BF46642931}">
      <dgm:prSet/>
      <dgm:spPr/>
      <dgm:t>
        <a:bodyPr/>
        <a:lstStyle/>
        <a:p>
          <a:endParaRPr lang="en-IN"/>
        </a:p>
      </dgm:t>
    </dgm:pt>
    <dgm:pt modelId="{8DB16B51-00B0-4BE9-9D14-D0ABCF16D59A}" type="sibTrans" cxnId="{A632A87A-A893-4186-B03B-18BF46642931}">
      <dgm:prSet/>
      <dgm:spPr/>
      <dgm:t>
        <a:bodyPr/>
        <a:lstStyle/>
        <a:p>
          <a:endParaRPr lang="en-IN"/>
        </a:p>
      </dgm:t>
    </dgm:pt>
    <dgm:pt modelId="{B4AF2B97-B309-4A1F-8FC1-B399053E8EE8}" type="pres">
      <dgm:prSet presAssocID="{71481DE0-048B-4B16-81C4-BB313FE1B6D7}" presName="hierChild1" presStyleCnt="0">
        <dgm:presLayoutVars>
          <dgm:orgChart val="1"/>
          <dgm:chPref val="1"/>
          <dgm:dir/>
          <dgm:animOne val="branch"/>
          <dgm:animLvl val="lvl"/>
          <dgm:resizeHandles/>
        </dgm:presLayoutVars>
      </dgm:prSet>
      <dgm:spPr/>
    </dgm:pt>
    <dgm:pt modelId="{362DF318-F622-4A16-9E6A-1A75B6FD6903}" type="pres">
      <dgm:prSet presAssocID="{B0179103-A08B-41DA-896E-B2954A5DCD16}" presName="hierRoot1" presStyleCnt="0">
        <dgm:presLayoutVars>
          <dgm:hierBranch val="init"/>
        </dgm:presLayoutVars>
      </dgm:prSet>
      <dgm:spPr/>
    </dgm:pt>
    <dgm:pt modelId="{FEBA2E59-59BE-495A-A2E8-560FC6ADECEA}" type="pres">
      <dgm:prSet presAssocID="{B0179103-A08B-41DA-896E-B2954A5DCD16}" presName="rootComposite1" presStyleCnt="0"/>
      <dgm:spPr/>
    </dgm:pt>
    <dgm:pt modelId="{88AB5A00-04E8-4BD0-9639-CE3721A8EE76}" type="pres">
      <dgm:prSet presAssocID="{B0179103-A08B-41DA-896E-B2954A5DCD16}" presName="rootText1" presStyleLbl="node0" presStyleIdx="0" presStyleCnt="1">
        <dgm:presLayoutVars>
          <dgm:chPref val="3"/>
        </dgm:presLayoutVars>
      </dgm:prSet>
      <dgm:spPr/>
    </dgm:pt>
    <dgm:pt modelId="{8FAAD760-3A9C-4468-9F75-383D6DB7D80E}" type="pres">
      <dgm:prSet presAssocID="{B0179103-A08B-41DA-896E-B2954A5DCD16}" presName="rootConnector1" presStyleLbl="node1" presStyleIdx="0" presStyleCnt="0"/>
      <dgm:spPr/>
    </dgm:pt>
    <dgm:pt modelId="{B2FE1256-71D3-4348-B90D-FEBDACE046EE}" type="pres">
      <dgm:prSet presAssocID="{B0179103-A08B-41DA-896E-B2954A5DCD16}" presName="hierChild2" presStyleCnt="0"/>
      <dgm:spPr/>
    </dgm:pt>
    <dgm:pt modelId="{ACA8A37F-658E-4BC3-B4C9-CBBCA959F43B}" type="pres">
      <dgm:prSet presAssocID="{77F580D7-B84C-4B80-B472-6FEDE500B8CF}" presName="Name37" presStyleLbl="parChTrans1D2" presStyleIdx="0" presStyleCnt="8"/>
      <dgm:spPr/>
    </dgm:pt>
    <dgm:pt modelId="{881064A8-310E-4DF5-82B7-B9E05E956BED}" type="pres">
      <dgm:prSet presAssocID="{10B1B489-B908-4C88-BE1A-91422A199138}" presName="hierRoot2" presStyleCnt="0">
        <dgm:presLayoutVars>
          <dgm:hierBranch val="init"/>
        </dgm:presLayoutVars>
      </dgm:prSet>
      <dgm:spPr/>
    </dgm:pt>
    <dgm:pt modelId="{74DCDEA9-95B8-4228-9ECB-5B619E9BEE73}" type="pres">
      <dgm:prSet presAssocID="{10B1B489-B908-4C88-BE1A-91422A199138}" presName="rootComposite" presStyleCnt="0"/>
      <dgm:spPr/>
    </dgm:pt>
    <dgm:pt modelId="{E8EEDB4C-5C63-4CE2-B16F-7D125C76A8BA}" type="pres">
      <dgm:prSet presAssocID="{10B1B489-B908-4C88-BE1A-91422A199138}" presName="rootText" presStyleLbl="node2" presStyleIdx="0" presStyleCnt="8">
        <dgm:presLayoutVars>
          <dgm:chPref val="3"/>
        </dgm:presLayoutVars>
      </dgm:prSet>
      <dgm:spPr/>
    </dgm:pt>
    <dgm:pt modelId="{3A4DAC50-0DA8-4436-A909-CD546E3FCEC0}" type="pres">
      <dgm:prSet presAssocID="{10B1B489-B908-4C88-BE1A-91422A199138}" presName="rootConnector" presStyleLbl="node2" presStyleIdx="0" presStyleCnt="8"/>
      <dgm:spPr/>
    </dgm:pt>
    <dgm:pt modelId="{A6B8C371-7075-48FA-8C73-18B54BD8B4E3}" type="pres">
      <dgm:prSet presAssocID="{10B1B489-B908-4C88-BE1A-91422A199138}" presName="hierChild4" presStyleCnt="0"/>
      <dgm:spPr/>
    </dgm:pt>
    <dgm:pt modelId="{D85C6F0F-F750-4D27-A097-CCDEF1752BF0}" type="pres">
      <dgm:prSet presAssocID="{E0D43B58-8532-4829-A449-E17C14D2066D}" presName="Name37" presStyleLbl="parChTrans1D3" presStyleIdx="0" presStyleCnt="31"/>
      <dgm:spPr/>
    </dgm:pt>
    <dgm:pt modelId="{AC0D2234-25E6-47EF-8396-C337AFCADE47}" type="pres">
      <dgm:prSet presAssocID="{B55F1581-9FB1-45DB-AABE-5D5E291275CC}" presName="hierRoot2" presStyleCnt="0">
        <dgm:presLayoutVars>
          <dgm:hierBranch val="init"/>
        </dgm:presLayoutVars>
      </dgm:prSet>
      <dgm:spPr/>
    </dgm:pt>
    <dgm:pt modelId="{54799259-7DE3-4961-A580-10C2A1890EAF}" type="pres">
      <dgm:prSet presAssocID="{B55F1581-9FB1-45DB-AABE-5D5E291275CC}" presName="rootComposite" presStyleCnt="0"/>
      <dgm:spPr/>
    </dgm:pt>
    <dgm:pt modelId="{5E504B9F-8EB3-4AD8-AC3B-76514610FBFC}" type="pres">
      <dgm:prSet presAssocID="{B55F1581-9FB1-45DB-AABE-5D5E291275CC}" presName="rootText" presStyleLbl="node3" presStyleIdx="0" presStyleCnt="31">
        <dgm:presLayoutVars>
          <dgm:chPref val="3"/>
        </dgm:presLayoutVars>
      </dgm:prSet>
      <dgm:spPr/>
    </dgm:pt>
    <dgm:pt modelId="{EAF51B61-F8E8-41D1-902F-CBAD6BEDC435}" type="pres">
      <dgm:prSet presAssocID="{B55F1581-9FB1-45DB-AABE-5D5E291275CC}" presName="rootConnector" presStyleLbl="node3" presStyleIdx="0" presStyleCnt="31"/>
      <dgm:spPr/>
    </dgm:pt>
    <dgm:pt modelId="{7F5ED92D-9DF4-4FDC-8D37-88915D65FF93}" type="pres">
      <dgm:prSet presAssocID="{B55F1581-9FB1-45DB-AABE-5D5E291275CC}" presName="hierChild4" presStyleCnt="0"/>
      <dgm:spPr/>
    </dgm:pt>
    <dgm:pt modelId="{6C7E5E76-D6B9-40A5-A108-BEBFC8D4DDE8}" type="pres">
      <dgm:prSet presAssocID="{B55F1581-9FB1-45DB-AABE-5D5E291275CC}" presName="hierChild5" presStyleCnt="0"/>
      <dgm:spPr/>
    </dgm:pt>
    <dgm:pt modelId="{C6979D9C-B2D2-4E09-9F49-75E96371C58E}" type="pres">
      <dgm:prSet presAssocID="{4857697D-0489-40CA-8CA2-EBEE872EDCFE}" presName="Name37" presStyleLbl="parChTrans1D3" presStyleIdx="1" presStyleCnt="31"/>
      <dgm:spPr/>
    </dgm:pt>
    <dgm:pt modelId="{65201F7C-6C4A-451C-B19A-9606F766F18B}" type="pres">
      <dgm:prSet presAssocID="{664D99A3-4533-4987-8321-A872C5566B3E}" presName="hierRoot2" presStyleCnt="0">
        <dgm:presLayoutVars>
          <dgm:hierBranch val="init"/>
        </dgm:presLayoutVars>
      </dgm:prSet>
      <dgm:spPr/>
    </dgm:pt>
    <dgm:pt modelId="{48A08ECF-A4F5-4A11-B66B-FE06734198FE}" type="pres">
      <dgm:prSet presAssocID="{664D99A3-4533-4987-8321-A872C5566B3E}" presName="rootComposite" presStyleCnt="0"/>
      <dgm:spPr/>
    </dgm:pt>
    <dgm:pt modelId="{7F9E45BC-38F4-4F11-A34F-550D42EA4423}" type="pres">
      <dgm:prSet presAssocID="{664D99A3-4533-4987-8321-A872C5566B3E}" presName="rootText" presStyleLbl="node3" presStyleIdx="1" presStyleCnt="31">
        <dgm:presLayoutVars>
          <dgm:chPref val="3"/>
        </dgm:presLayoutVars>
      </dgm:prSet>
      <dgm:spPr/>
    </dgm:pt>
    <dgm:pt modelId="{9FA11AE5-FFA7-4725-9CE7-395D16B00726}" type="pres">
      <dgm:prSet presAssocID="{664D99A3-4533-4987-8321-A872C5566B3E}" presName="rootConnector" presStyleLbl="node3" presStyleIdx="1" presStyleCnt="31"/>
      <dgm:spPr/>
    </dgm:pt>
    <dgm:pt modelId="{B6CB9EA3-C8D3-4233-A08F-F5C2C62BB89E}" type="pres">
      <dgm:prSet presAssocID="{664D99A3-4533-4987-8321-A872C5566B3E}" presName="hierChild4" presStyleCnt="0"/>
      <dgm:spPr/>
    </dgm:pt>
    <dgm:pt modelId="{99CE11C8-700F-46C7-9325-EDA67B853BEF}" type="pres">
      <dgm:prSet presAssocID="{664D99A3-4533-4987-8321-A872C5566B3E}" presName="hierChild5" presStyleCnt="0"/>
      <dgm:spPr/>
    </dgm:pt>
    <dgm:pt modelId="{3250FE48-4AF9-4432-96A5-EA222C40E946}" type="pres">
      <dgm:prSet presAssocID="{D261169D-B717-4A25-AEE3-6C32CDE4D06F}" presName="Name37" presStyleLbl="parChTrans1D3" presStyleIdx="2" presStyleCnt="31"/>
      <dgm:spPr/>
    </dgm:pt>
    <dgm:pt modelId="{C29E5BF4-C427-4455-9254-BDD0B6C53C26}" type="pres">
      <dgm:prSet presAssocID="{7A94CE57-D4AB-478A-8737-D32C147E06B6}" presName="hierRoot2" presStyleCnt="0">
        <dgm:presLayoutVars>
          <dgm:hierBranch val="init"/>
        </dgm:presLayoutVars>
      </dgm:prSet>
      <dgm:spPr/>
    </dgm:pt>
    <dgm:pt modelId="{04D75F49-306B-4361-840E-AE71FFB2A3B2}" type="pres">
      <dgm:prSet presAssocID="{7A94CE57-D4AB-478A-8737-D32C147E06B6}" presName="rootComposite" presStyleCnt="0"/>
      <dgm:spPr/>
    </dgm:pt>
    <dgm:pt modelId="{4519225B-9AC2-40ED-AC4D-54714B1C5451}" type="pres">
      <dgm:prSet presAssocID="{7A94CE57-D4AB-478A-8737-D32C147E06B6}" presName="rootText" presStyleLbl="node3" presStyleIdx="2" presStyleCnt="31">
        <dgm:presLayoutVars>
          <dgm:chPref val="3"/>
        </dgm:presLayoutVars>
      </dgm:prSet>
      <dgm:spPr/>
    </dgm:pt>
    <dgm:pt modelId="{E8D10583-4524-4FAB-94AD-BCDBBB68031C}" type="pres">
      <dgm:prSet presAssocID="{7A94CE57-D4AB-478A-8737-D32C147E06B6}" presName="rootConnector" presStyleLbl="node3" presStyleIdx="2" presStyleCnt="31"/>
      <dgm:spPr/>
    </dgm:pt>
    <dgm:pt modelId="{91271B14-6DA0-47C3-8DA2-A8460B84A246}" type="pres">
      <dgm:prSet presAssocID="{7A94CE57-D4AB-478A-8737-D32C147E06B6}" presName="hierChild4" presStyleCnt="0"/>
      <dgm:spPr/>
    </dgm:pt>
    <dgm:pt modelId="{CF9E90EA-3EC4-46E2-8381-7C3A549AAABF}" type="pres">
      <dgm:prSet presAssocID="{7A94CE57-D4AB-478A-8737-D32C147E06B6}" presName="hierChild5" presStyleCnt="0"/>
      <dgm:spPr/>
    </dgm:pt>
    <dgm:pt modelId="{7F174FE9-FDC4-4CB4-9315-83043F435EC7}" type="pres">
      <dgm:prSet presAssocID="{2F71AE0E-D505-4526-B1F5-7DAFACF52174}" presName="Name37" presStyleLbl="parChTrans1D3" presStyleIdx="3" presStyleCnt="31"/>
      <dgm:spPr/>
    </dgm:pt>
    <dgm:pt modelId="{21A47989-6557-420E-AAC3-DE70014072A4}" type="pres">
      <dgm:prSet presAssocID="{C3F75794-809C-4D84-B95B-66B35EE8ABF5}" presName="hierRoot2" presStyleCnt="0">
        <dgm:presLayoutVars>
          <dgm:hierBranch val="init"/>
        </dgm:presLayoutVars>
      </dgm:prSet>
      <dgm:spPr/>
    </dgm:pt>
    <dgm:pt modelId="{E18D050E-16AB-4D2D-A1E9-204E375C6F5B}" type="pres">
      <dgm:prSet presAssocID="{C3F75794-809C-4D84-B95B-66B35EE8ABF5}" presName="rootComposite" presStyleCnt="0"/>
      <dgm:spPr/>
    </dgm:pt>
    <dgm:pt modelId="{E8FA7B97-FCE0-456E-80ED-4BC117A6EE67}" type="pres">
      <dgm:prSet presAssocID="{C3F75794-809C-4D84-B95B-66B35EE8ABF5}" presName="rootText" presStyleLbl="node3" presStyleIdx="3" presStyleCnt="31">
        <dgm:presLayoutVars>
          <dgm:chPref val="3"/>
        </dgm:presLayoutVars>
      </dgm:prSet>
      <dgm:spPr/>
    </dgm:pt>
    <dgm:pt modelId="{58C0DB03-6DC7-4B7B-9A68-79CEDD4DA5DC}" type="pres">
      <dgm:prSet presAssocID="{C3F75794-809C-4D84-B95B-66B35EE8ABF5}" presName="rootConnector" presStyleLbl="node3" presStyleIdx="3" presStyleCnt="31"/>
      <dgm:spPr/>
    </dgm:pt>
    <dgm:pt modelId="{63A15891-3323-422A-B72B-DCC9C3643C93}" type="pres">
      <dgm:prSet presAssocID="{C3F75794-809C-4D84-B95B-66B35EE8ABF5}" presName="hierChild4" presStyleCnt="0"/>
      <dgm:spPr/>
    </dgm:pt>
    <dgm:pt modelId="{12C568D0-F5D9-4AB4-8FDD-3642899D5CA4}" type="pres">
      <dgm:prSet presAssocID="{C3F75794-809C-4D84-B95B-66B35EE8ABF5}" presName="hierChild5" presStyleCnt="0"/>
      <dgm:spPr/>
    </dgm:pt>
    <dgm:pt modelId="{482C4F34-B96D-4BF5-96B3-11288FD34ED9}" type="pres">
      <dgm:prSet presAssocID="{06387FE8-726E-44E3-9F9F-56D7629E314F}" presName="Name37" presStyleLbl="parChTrans1D3" presStyleIdx="4" presStyleCnt="31"/>
      <dgm:spPr/>
    </dgm:pt>
    <dgm:pt modelId="{FD6D5805-CDCD-4F0A-ACC7-D3903DED5648}" type="pres">
      <dgm:prSet presAssocID="{4B3839A7-0E69-45FE-9783-74632CC83A62}" presName="hierRoot2" presStyleCnt="0">
        <dgm:presLayoutVars>
          <dgm:hierBranch val="init"/>
        </dgm:presLayoutVars>
      </dgm:prSet>
      <dgm:spPr/>
    </dgm:pt>
    <dgm:pt modelId="{50983551-189A-4A4E-BD48-00CD1D04828F}" type="pres">
      <dgm:prSet presAssocID="{4B3839A7-0E69-45FE-9783-74632CC83A62}" presName="rootComposite" presStyleCnt="0"/>
      <dgm:spPr/>
    </dgm:pt>
    <dgm:pt modelId="{E7579103-94E8-4E2D-A98B-F3E3BD9DC806}" type="pres">
      <dgm:prSet presAssocID="{4B3839A7-0E69-45FE-9783-74632CC83A62}" presName="rootText" presStyleLbl="node3" presStyleIdx="4" presStyleCnt="31">
        <dgm:presLayoutVars>
          <dgm:chPref val="3"/>
        </dgm:presLayoutVars>
      </dgm:prSet>
      <dgm:spPr/>
    </dgm:pt>
    <dgm:pt modelId="{BA2C1E35-C01D-4A84-8EBA-AC2BE1DA171D}" type="pres">
      <dgm:prSet presAssocID="{4B3839A7-0E69-45FE-9783-74632CC83A62}" presName="rootConnector" presStyleLbl="node3" presStyleIdx="4" presStyleCnt="31"/>
      <dgm:spPr/>
    </dgm:pt>
    <dgm:pt modelId="{34BC25C2-4D13-43BB-A039-D1BBFA56C1B2}" type="pres">
      <dgm:prSet presAssocID="{4B3839A7-0E69-45FE-9783-74632CC83A62}" presName="hierChild4" presStyleCnt="0"/>
      <dgm:spPr/>
    </dgm:pt>
    <dgm:pt modelId="{9177BF13-2F89-4AF2-BAFD-F2A8AAD3A598}" type="pres">
      <dgm:prSet presAssocID="{4B3839A7-0E69-45FE-9783-74632CC83A62}" presName="hierChild5" presStyleCnt="0"/>
      <dgm:spPr/>
    </dgm:pt>
    <dgm:pt modelId="{3515D3A2-C421-42B5-A2F0-9D46A8D76414}" type="pres">
      <dgm:prSet presAssocID="{CEF517BB-F6D1-4BCA-8EBB-24597EB129B5}" presName="Name37" presStyleLbl="parChTrans1D3" presStyleIdx="5" presStyleCnt="31"/>
      <dgm:spPr/>
    </dgm:pt>
    <dgm:pt modelId="{45F517B7-5901-427C-B329-75DBF44F538F}" type="pres">
      <dgm:prSet presAssocID="{5A9A0440-86F5-4B70-A189-C945F406EF04}" presName="hierRoot2" presStyleCnt="0">
        <dgm:presLayoutVars>
          <dgm:hierBranch val="init"/>
        </dgm:presLayoutVars>
      </dgm:prSet>
      <dgm:spPr/>
    </dgm:pt>
    <dgm:pt modelId="{B4E8C15F-A53B-4C6B-93FC-EFAF73651EB2}" type="pres">
      <dgm:prSet presAssocID="{5A9A0440-86F5-4B70-A189-C945F406EF04}" presName="rootComposite" presStyleCnt="0"/>
      <dgm:spPr/>
    </dgm:pt>
    <dgm:pt modelId="{59DB3C8F-154E-4C6C-BD1C-BAFACD44AE3B}" type="pres">
      <dgm:prSet presAssocID="{5A9A0440-86F5-4B70-A189-C945F406EF04}" presName="rootText" presStyleLbl="node3" presStyleIdx="5" presStyleCnt="31">
        <dgm:presLayoutVars>
          <dgm:chPref val="3"/>
        </dgm:presLayoutVars>
      </dgm:prSet>
      <dgm:spPr/>
    </dgm:pt>
    <dgm:pt modelId="{2262DE6F-E9C3-444E-85DC-441BA6D6379B}" type="pres">
      <dgm:prSet presAssocID="{5A9A0440-86F5-4B70-A189-C945F406EF04}" presName="rootConnector" presStyleLbl="node3" presStyleIdx="5" presStyleCnt="31"/>
      <dgm:spPr/>
    </dgm:pt>
    <dgm:pt modelId="{C629C8AF-A597-46E7-AF3F-D368141C5979}" type="pres">
      <dgm:prSet presAssocID="{5A9A0440-86F5-4B70-A189-C945F406EF04}" presName="hierChild4" presStyleCnt="0"/>
      <dgm:spPr/>
    </dgm:pt>
    <dgm:pt modelId="{8561EF96-23FA-4CFE-8A8C-D0542BE379E8}" type="pres">
      <dgm:prSet presAssocID="{5A9A0440-86F5-4B70-A189-C945F406EF04}" presName="hierChild5" presStyleCnt="0"/>
      <dgm:spPr/>
    </dgm:pt>
    <dgm:pt modelId="{BFC570A5-D58D-4608-8BF9-183AAD79988A}" type="pres">
      <dgm:prSet presAssocID="{10B1B489-B908-4C88-BE1A-91422A199138}" presName="hierChild5" presStyleCnt="0"/>
      <dgm:spPr/>
    </dgm:pt>
    <dgm:pt modelId="{F5A62C5B-DC75-442D-BC0B-94EA72C2BCEC}" type="pres">
      <dgm:prSet presAssocID="{EC5E7552-C75F-45F1-8D33-3F58DB0908C2}" presName="Name37" presStyleLbl="parChTrans1D2" presStyleIdx="1" presStyleCnt="8"/>
      <dgm:spPr/>
    </dgm:pt>
    <dgm:pt modelId="{BE8B164C-64A4-4761-A2B4-E4DA5CAF18CB}" type="pres">
      <dgm:prSet presAssocID="{F79D388F-8CC6-49AC-A771-E6606663BEA4}" presName="hierRoot2" presStyleCnt="0">
        <dgm:presLayoutVars>
          <dgm:hierBranch val="init"/>
        </dgm:presLayoutVars>
      </dgm:prSet>
      <dgm:spPr/>
    </dgm:pt>
    <dgm:pt modelId="{062A7DC8-769A-448B-AD15-921CDDC01DF7}" type="pres">
      <dgm:prSet presAssocID="{F79D388F-8CC6-49AC-A771-E6606663BEA4}" presName="rootComposite" presStyleCnt="0"/>
      <dgm:spPr/>
    </dgm:pt>
    <dgm:pt modelId="{FC226BBB-8D17-49AF-B8D9-3DBB6DBD0125}" type="pres">
      <dgm:prSet presAssocID="{F79D388F-8CC6-49AC-A771-E6606663BEA4}" presName="rootText" presStyleLbl="node2" presStyleIdx="1" presStyleCnt="8">
        <dgm:presLayoutVars>
          <dgm:chPref val="3"/>
        </dgm:presLayoutVars>
      </dgm:prSet>
      <dgm:spPr/>
    </dgm:pt>
    <dgm:pt modelId="{68D9B8B5-2621-409A-A672-FA914FA3ED7E}" type="pres">
      <dgm:prSet presAssocID="{F79D388F-8CC6-49AC-A771-E6606663BEA4}" presName="rootConnector" presStyleLbl="node2" presStyleIdx="1" presStyleCnt="8"/>
      <dgm:spPr/>
    </dgm:pt>
    <dgm:pt modelId="{479A0ACE-66C0-4521-A54A-BDBD9DBBD496}" type="pres">
      <dgm:prSet presAssocID="{F79D388F-8CC6-49AC-A771-E6606663BEA4}" presName="hierChild4" presStyleCnt="0"/>
      <dgm:spPr/>
    </dgm:pt>
    <dgm:pt modelId="{BF9DEEA7-84ED-40D5-8574-99AB2E12F071}" type="pres">
      <dgm:prSet presAssocID="{518DCB44-D039-4C63-A297-8013E51E6765}" presName="Name37" presStyleLbl="parChTrans1D3" presStyleIdx="6" presStyleCnt="31"/>
      <dgm:spPr/>
    </dgm:pt>
    <dgm:pt modelId="{371AA413-2DE6-489C-BDBB-10EBFE640B93}" type="pres">
      <dgm:prSet presAssocID="{737AF870-C697-404B-B48B-55E29BCAA2CA}" presName="hierRoot2" presStyleCnt="0">
        <dgm:presLayoutVars>
          <dgm:hierBranch val="init"/>
        </dgm:presLayoutVars>
      </dgm:prSet>
      <dgm:spPr/>
    </dgm:pt>
    <dgm:pt modelId="{A3A6CFD7-1F58-4E4E-B9AE-3EC9315046D3}" type="pres">
      <dgm:prSet presAssocID="{737AF870-C697-404B-B48B-55E29BCAA2CA}" presName="rootComposite" presStyleCnt="0"/>
      <dgm:spPr/>
    </dgm:pt>
    <dgm:pt modelId="{D0F0FF58-E98D-4F24-924B-F9EA0F073978}" type="pres">
      <dgm:prSet presAssocID="{737AF870-C697-404B-B48B-55E29BCAA2CA}" presName="rootText" presStyleLbl="node3" presStyleIdx="6" presStyleCnt="31">
        <dgm:presLayoutVars>
          <dgm:chPref val="3"/>
        </dgm:presLayoutVars>
      </dgm:prSet>
      <dgm:spPr/>
    </dgm:pt>
    <dgm:pt modelId="{5A257F44-9388-4CFA-81FB-31A43CCF42BA}" type="pres">
      <dgm:prSet presAssocID="{737AF870-C697-404B-B48B-55E29BCAA2CA}" presName="rootConnector" presStyleLbl="node3" presStyleIdx="6" presStyleCnt="31"/>
      <dgm:spPr/>
    </dgm:pt>
    <dgm:pt modelId="{3A319CA6-8DCA-409B-BFB4-EE3FA4D7D892}" type="pres">
      <dgm:prSet presAssocID="{737AF870-C697-404B-B48B-55E29BCAA2CA}" presName="hierChild4" presStyleCnt="0"/>
      <dgm:spPr/>
    </dgm:pt>
    <dgm:pt modelId="{1C75948D-EE37-4AB4-86B8-E595FF7A9C3A}" type="pres">
      <dgm:prSet presAssocID="{737AF870-C697-404B-B48B-55E29BCAA2CA}" presName="hierChild5" presStyleCnt="0"/>
      <dgm:spPr/>
    </dgm:pt>
    <dgm:pt modelId="{5BB56FEC-EFD4-46F0-BDD5-91183DC3E0C8}" type="pres">
      <dgm:prSet presAssocID="{DFA898EA-141D-4E49-B86C-CF22C24BD38A}" presName="Name37" presStyleLbl="parChTrans1D3" presStyleIdx="7" presStyleCnt="31"/>
      <dgm:spPr/>
    </dgm:pt>
    <dgm:pt modelId="{F78256EC-F858-4630-BC68-246CA35BB15C}" type="pres">
      <dgm:prSet presAssocID="{1241CA5A-B06A-46EF-B6AF-FF0B5DD0AA71}" presName="hierRoot2" presStyleCnt="0">
        <dgm:presLayoutVars>
          <dgm:hierBranch val="init"/>
        </dgm:presLayoutVars>
      </dgm:prSet>
      <dgm:spPr/>
    </dgm:pt>
    <dgm:pt modelId="{FDC27C8F-A1B3-40DA-9C35-CF006DEE469E}" type="pres">
      <dgm:prSet presAssocID="{1241CA5A-B06A-46EF-B6AF-FF0B5DD0AA71}" presName="rootComposite" presStyleCnt="0"/>
      <dgm:spPr/>
    </dgm:pt>
    <dgm:pt modelId="{49D644F0-FC58-410E-9B36-67AA6B6D63BE}" type="pres">
      <dgm:prSet presAssocID="{1241CA5A-B06A-46EF-B6AF-FF0B5DD0AA71}" presName="rootText" presStyleLbl="node3" presStyleIdx="7" presStyleCnt="31">
        <dgm:presLayoutVars>
          <dgm:chPref val="3"/>
        </dgm:presLayoutVars>
      </dgm:prSet>
      <dgm:spPr/>
    </dgm:pt>
    <dgm:pt modelId="{A52E7942-60E0-4170-8710-8DC5303DB39B}" type="pres">
      <dgm:prSet presAssocID="{1241CA5A-B06A-46EF-B6AF-FF0B5DD0AA71}" presName="rootConnector" presStyleLbl="node3" presStyleIdx="7" presStyleCnt="31"/>
      <dgm:spPr/>
    </dgm:pt>
    <dgm:pt modelId="{189AD035-F2BF-4606-938E-034D997A42B2}" type="pres">
      <dgm:prSet presAssocID="{1241CA5A-B06A-46EF-B6AF-FF0B5DD0AA71}" presName="hierChild4" presStyleCnt="0"/>
      <dgm:spPr/>
    </dgm:pt>
    <dgm:pt modelId="{69A3B4C0-93B2-4DBF-B527-13B4635CFEF4}" type="pres">
      <dgm:prSet presAssocID="{1241CA5A-B06A-46EF-B6AF-FF0B5DD0AA71}" presName="hierChild5" presStyleCnt="0"/>
      <dgm:spPr/>
    </dgm:pt>
    <dgm:pt modelId="{94B23A28-C423-446B-A87C-CCDE44CACB33}" type="pres">
      <dgm:prSet presAssocID="{14BBB94F-DB80-4342-9161-3249C065525E}" presName="Name37" presStyleLbl="parChTrans1D3" presStyleIdx="8" presStyleCnt="31"/>
      <dgm:spPr/>
    </dgm:pt>
    <dgm:pt modelId="{A1B4E6C2-BAB0-4A66-A76B-D5FED4A9D5B0}" type="pres">
      <dgm:prSet presAssocID="{2EEDB718-7A77-499B-9617-7A5E1E2A01FB}" presName="hierRoot2" presStyleCnt="0">
        <dgm:presLayoutVars>
          <dgm:hierBranch val="init"/>
        </dgm:presLayoutVars>
      </dgm:prSet>
      <dgm:spPr/>
    </dgm:pt>
    <dgm:pt modelId="{17526C2A-E50A-4652-8B6C-9607CF78B026}" type="pres">
      <dgm:prSet presAssocID="{2EEDB718-7A77-499B-9617-7A5E1E2A01FB}" presName="rootComposite" presStyleCnt="0"/>
      <dgm:spPr/>
    </dgm:pt>
    <dgm:pt modelId="{9E47AA76-B70F-4B05-ACF9-7BCBC6A42603}" type="pres">
      <dgm:prSet presAssocID="{2EEDB718-7A77-499B-9617-7A5E1E2A01FB}" presName="rootText" presStyleLbl="node3" presStyleIdx="8" presStyleCnt="31">
        <dgm:presLayoutVars>
          <dgm:chPref val="3"/>
        </dgm:presLayoutVars>
      </dgm:prSet>
      <dgm:spPr/>
    </dgm:pt>
    <dgm:pt modelId="{316E5156-7567-460F-A719-72FD35E720B6}" type="pres">
      <dgm:prSet presAssocID="{2EEDB718-7A77-499B-9617-7A5E1E2A01FB}" presName="rootConnector" presStyleLbl="node3" presStyleIdx="8" presStyleCnt="31"/>
      <dgm:spPr/>
    </dgm:pt>
    <dgm:pt modelId="{489525D3-5954-486E-8795-C9E39A4D6A16}" type="pres">
      <dgm:prSet presAssocID="{2EEDB718-7A77-499B-9617-7A5E1E2A01FB}" presName="hierChild4" presStyleCnt="0"/>
      <dgm:spPr/>
    </dgm:pt>
    <dgm:pt modelId="{5BCA2578-EF3B-4D5D-961E-48E9B417592A}" type="pres">
      <dgm:prSet presAssocID="{2EEDB718-7A77-499B-9617-7A5E1E2A01FB}" presName="hierChild5" presStyleCnt="0"/>
      <dgm:spPr/>
    </dgm:pt>
    <dgm:pt modelId="{7A608F8B-454D-4A79-8F40-D4173B5575AB}" type="pres">
      <dgm:prSet presAssocID="{F79D388F-8CC6-49AC-A771-E6606663BEA4}" presName="hierChild5" presStyleCnt="0"/>
      <dgm:spPr/>
    </dgm:pt>
    <dgm:pt modelId="{0092CD2B-7670-4286-92A1-1BB207337E1E}" type="pres">
      <dgm:prSet presAssocID="{7E75F855-998C-4F7C-A678-6B784793A0A8}" presName="Name37" presStyleLbl="parChTrans1D2" presStyleIdx="2" presStyleCnt="8"/>
      <dgm:spPr/>
    </dgm:pt>
    <dgm:pt modelId="{1DF649B3-D8F3-4C99-B1DA-0B67936931DD}" type="pres">
      <dgm:prSet presAssocID="{0EC34A80-0518-482B-8F1F-C8843BD2582E}" presName="hierRoot2" presStyleCnt="0">
        <dgm:presLayoutVars>
          <dgm:hierBranch val="init"/>
        </dgm:presLayoutVars>
      </dgm:prSet>
      <dgm:spPr/>
    </dgm:pt>
    <dgm:pt modelId="{F517DEC1-F5CE-4C9D-9326-61C3E97EDE26}" type="pres">
      <dgm:prSet presAssocID="{0EC34A80-0518-482B-8F1F-C8843BD2582E}" presName="rootComposite" presStyleCnt="0"/>
      <dgm:spPr/>
    </dgm:pt>
    <dgm:pt modelId="{C6B42B28-D3FE-4FC3-B0FA-77DB8970F400}" type="pres">
      <dgm:prSet presAssocID="{0EC34A80-0518-482B-8F1F-C8843BD2582E}" presName="rootText" presStyleLbl="node2" presStyleIdx="2" presStyleCnt="8">
        <dgm:presLayoutVars>
          <dgm:chPref val="3"/>
        </dgm:presLayoutVars>
      </dgm:prSet>
      <dgm:spPr/>
    </dgm:pt>
    <dgm:pt modelId="{7CFA93A4-BCCE-4EE9-8193-4FFF63DC26FF}" type="pres">
      <dgm:prSet presAssocID="{0EC34A80-0518-482B-8F1F-C8843BD2582E}" presName="rootConnector" presStyleLbl="node2" presStyleIdx="2" presStyleCnt="8"/>
      <dgm:spPr/>
    </dgm:pt>
    <dgm:pt modelId="{CCBE0F60-C058-47D0-8C1E-C536DB30F13A}" type="pres">
      <dgm:prSet presAssocID="{0EC34A80-0518-482B-8F1F-C8843BD2582E}" presName="hierChild4" presStyleCnt="0"/>
      <dgm:spPr/>
    </dgm:pt>
    <dgm:pt modelId="{DDEBA700-94AE-4047-A2EE-586D6C0E7825}" type="pres">
      <dgm:prSet presAssocID="{235B8578-5AFE-427B-B7B7-35669F15071C}" presName="Name37" presStyleLbl="parChTrans1D3" presStyleIdx="9" presStyleCnt="31"/>
      <dgm:spPr/>
    </dgm:pt>
    <dgm:pt modelId="{205042AC-3C51-4ACE-B9A4-052B877F0CDA}" type="pres">
      <dgm:prSet presAssocID="{16272A12-AE56-4ED3-990D-8896F0D49BBD}" presName="hierRoot2" presStyleCnt="0">
        <dgm:presLayoutVars>
          <dgm:hierBranch val="init"/>
        </dgm:presLayoutVars>
      </dgm:prSet>
      <dgm:spPr/>
    </dgm:pt>
    <dgm:pt modelId="{99BC3386-88CB-441F-8D5F-4AC99A007BCB}" type="pres">
      <dgm:prSet presAssocID="{16272A12-AE56-4ED3-990D-8896F0D49BBD}" presName="rootComposite" presStyleCnt="0"/>
      <dgm:spPr/>
    </dgm:pt>
    <dgm:pt modelId="{67E95EC5-C29D-4C0F-A5D1-2445F7C5281C}" type="pres">
      <dgm:prSet presAssocID="{16272A12-AE56-4ED3-990D-8896F0D49BBD}" presName="rootText" presStyleLbl="node3" presStyleIdx="9" presStyleCnt="31">
        <dgm:presLayoutVars>
          <dgm:chPref val="3"/>
        </dgm:presLayoutVars>
      </dgm:prSet>
      <dgm:spPr/>
    </dgm:pt>
    <dgm:pt modelId="{DFD9F846-B271-4F47-872C-95743A511572}" type="pres">
      <dgm:prSet presAssocID="{16272A12-AE56-4ED3-990D-8896F0D49BBD}" presName="rootConnector" presStyleLbl="node3" presStyleIdx="9" presStyleCnt="31"/>
      <dgm:spPr/>
    </dgm:pt>
    <dgm:pt modelId="{17352204-9AA7-45E0-BFF7-515226FFED7E}" type="pres">
      <dgm:prSet presAssocID="{16272A12-AE56-4ED3-990D-8896F0D49BBD}" presName="hierChild4" presStyleCnt="0"/>
      <dgm:spPr/>
    </dgm:pt>
    <dgm:pt modelId="{114E83D8-B623-49C9-874E-EFAB5A596A9C}" type="pres">
      <dgm:prSet presAssocID="{16272A12-AE56-4ED3-990D-8896F0D49BBD}" presName="hierChild5" presStyleCnt="0"/>
      <dgm:spPr/>
    </dgm:pt>
    <dgm:pt modelId="{54F99045-9092-4B24-8942-F4D9DE93C540}" type="pres">
      <dgm:prSet presAssocID="{A65B0D8D-DC6D-454A-BDB6-795A101DD841}" presName="Name37" presStyleLbl="parChTrans1D3" presStyleIdx="10" presStyleCnt="31"/>
      <dgm:spPr/>
    </dgm:pt>
    <dgm:pt modelId="{D05BD318-6A03-4070-A5CD-4DC979A90CF4}" type="pres">
      <dgm:prSet presAssocID="{339A4568-38CA-40E6-ADBA-E8B48DDF8DE0}" presName="hierRoot2" presStyleCnt="0">
        <dgm:presLayoutVars>
          <dgm:hierBranch val="init"/>
        </dgm:presLayoutVars>
      </dgm:prSet>
      <dgm:spPr/>
    </dgm:pt>
    <dgm:pt modelId="{A9CA5CBB-0F8B-408D-8481-039FACAFCF80}" type="pres">
      <dgm:prSet presAssocID="{339A4568-38CA-40E6-ADBA-E8B48DDF8DE0}" presName="rootComposite" presStyleCnt="0"/>
      <dgm:spPr/>
    </dgm:pt>
    <dgm:pt modelId="{1A0A1A2C-C428-4723-88BA-1F8A016A1E02}" type="pres">
      <dgm:prSet presAssocID="{339A4568-38CA-40E6-ADBA-E8B48DDF8DE0}" presName="rootText" presStyleLbl="node3" presStyleIdx="10" presStyleCnt="31">
        <dgm:presLayoutVars>
          <dgm:chPref val="3"/>
        </dgm:presLayoutVars>
      </dgm:prSet>
      <dgm:spPr/>
    </dgm:pt>
    <dgm:pt modelId="{AC17AFF3-E6E9-4222-ACE4-99D8F25BBB37}" type="pres">
      <dgm:prSet presAssocID="{339A4568-38CA-40E6-ADBA-E8B48DDF8DE0}" presName="rootConnector" presStyleLbl="node3" presStyleIdx="10" presStyleCnt="31"/>
      <dgm:spPr/>
    </dgm:pt>
    <dgm:pt modelId="{E2EEB380-17F5-4BC8-B600-2CDA41FC76EF}" type="pres">
      <dgm:prSet presAssocID="{339A4568-38CA-40E6-ADBA-E8B48DDF8DE0}" presName="hierChild4" presStyleCnt="0"/>
      <dgm:spPr/>
    </dgm:pt>
    <dgm:pt modelId="{D3F91E1A-2609-4541-9059-7E605951BF7E}" type="pres">
      <dgm:prSet presAssocID="{339A4568-38CA-40E6-ADBA-E8B48DDF8DE0}" presName="hierChild5" presStyleCnt="0"/>
      <dgm:spPr/>
    </dgm:pt>
    <dgm:pt modelId="{A7BD2EE4-0504-415C-95AE-25ADE587E080}" type="pres">
      <dgm:prSet presAssocID="{0EC34A80-0518-482B-8F1F-C8843BD2582E}" presName="hierChild5" presStyleCnt="0"/>
      <dgm:spPr/>
    </dgm:pt>
    <dgm:pt modelId="{3EFA68F5-E66E-40A9-BDA1-25514140C068}" type="pres">
      <dgm:prSet presAssocID="{585D9553-1B71-454F-9B62-974944746A49}" presName="Name37" presStyleLbl="parChTrans1D2" presStyleIdx="3" presStyleCnt="8"/>
      <dgm:spPr/>
    </dgm:pt>
    <dgm:pt modelId="{DC2B6AC1-ECE5-42CE-8F38-4CF4F81CB37C}" type="pres">
      <dgm:prSet presAssocID="{FE7BF99B-64AA-489B-B5A5-21CBA99DCB32}" presName="hierRoot2" presStyleCnt="0">
        <dgm:presLayoutVars>
          <dgm:hierBranch val="init"/>
        </dgm:presLayoutVars>
      </dgm:prSet>
      <dgm:spPr/>
    </dgm:pt>
    <dgm:pt modelId="{07028A82-3E29-4357-88FE-CB556DFCA5BA}" type="pres">
      <dgm:prSet presAssocID="{FE7BF99B-64AA-489B-B5A5-21CBA99DCB32}" presName="rootComposite" presStyleCnt="0"/>
      <dgm:spPr/>
    </dgm:pt>
    <dgm:pt modelId="{BDC4D86C-DAB9-4661-8B35-83E2D42504D1}" type="pres">
      <dgm:prSet presAssocID="{FE7BF99B-64AA-489B-B5A5-21CBA99DCB32}" presName="rootText" presStyleLbl="node2" presStyleIdx="3" presStyleCnt="8">
        <dgm:presLayoutVars>
          <dgm:chPref val="3"/>
        </dgm:presLayoutVars>
      </dgm:prSet>
      <dgm:spPr/>
    </dgm:pt>
    <dgm:pt modelId="{9223FF4C-8401-4065-B0BA-1B5F6E820176}" type="pres">
      <dgm:prSet presAssocID="{FE7BF99B-64AA-489B-B5A5-21CBA99DCB32}" presName="rootConnector" presStyleLbl="node2" presStyleIdx="3" presStyleCnt="8"/>
      <dgm:spPr/>
    </dgm:pt>
    <dgm:pt modelId="{BEE50C71-CEDF-4F01-A5FF-188E6C0F319F}" type="pres">
      <dgm:prSet presAssocID="{FE7BF99B-64AA-489B-B5A5-21CBA99DCB32}" presName="hierChild4" presStyleCnt="0"/>
      <dgm:spPr/>
    </dgm:pt>
    <dgm:pt modelId="{B42FF04F-E8AA-47EA-B632-61335193E0B2}" type="pres">
      <dgm:prSet presAssocID="{6B961669-DA37-4087-8422-7D44E6B7CF77}" presName="Name37" presStyleLbl="parChTrans1D3" presStyleIdx="11" presStyleCnt="31"/>
      <dgm:spPr/>
    </dgm:pt>
    <dgm:pt modelId="{BE29896C-060B-42CE-8A9D-5DC5CBF54413}" type="pres">
      <dgm:prSet presAssocID="{D8150641-092D-4170-BAA7-FAA69693327C}" presName="hierRoot2" presStyleCnt="0">
        <dgm:presLayoutVars>
          <dgm:hierBranch val="init"/>
        </dgm:presLayoutVars>
      </dgm:prSet>
      <dgm:spPr/>
    </dgm:pt>
    <dgm:pt modelId="{62CE7DDC-C55F-4E63-84BA-C602903956A1}" type="pres">
      <dgm:prSet presAssocID="{D8150641-092D-4170-BAA7-FAA69693327C}" presName="rootComposite" presStyleCnt="0"/>
      <dgm:spPr/>
    </dgm:pt>
    <dgm:pt modelId="{D1F904A5-7A67-4D60-9FC2-BA61F8D82321}" type="pres">
      <dgm:prSet presAssocID="{D8150641-092D-4170-BAA7-FAA69693327C}" presName="rootText" presStyleLbl="node3" presStyleIdx="11" presStyleCnt="31">
        <dgm:presLayoutVars>
          <dgm:chPref val="3"/>
        </dgm:presLayoutVars>
      </dgm:prSet>
      <dgm:spPr/>
    </dgm:pt>
    <dgm:pt modelId="{C6BB6561-2EE0-451D-AB3D-04C58CBD83AE}" type="pres">
      <dgm:prSet presAssocID="{D8150641-092D-4170-BAA7-FAA69693327C}" presName="rootConnector" presStyleLbl="node3" presStyleIdx="11" presStyleCnt="31"/>
      <dgm:spPr/>
    </dgm:pt>
    <dgm:pt modelId="{B9C27C98-1670-4646-B5C9-9DB472EACE99}" type="pres">
      <dgm:prSet presAssocID="{D8150641-092D-4170-BAA7-FAA69693327C}" presName="hierChild4" presStyleCnt="0"/>
      <dgm:spPr/>
    </dgm:pt>
    <dgm:pt modelId="{CF0A705D-97C5-415C-B65B-40A0C6E04C85}" type="pres">
      <dgm:prSet presAssocID="{D8150641-092D-4170-BAA7-FAA69693327C}" presName="hierChild5" presStyleCnt="0"/>
      <dgm:spPr/>
    </dgm:pt>
    <dgm:pt modelId="{50AAC6D7-2853-417E-95AE-67C15DD7A125}" type="pres">
      <dgm:prSet presAssocID="{50012AA4-B2C3-4E7E-885C-5E4B7E413A56}" presName="Name37" presStyleLbl="parChTrans1D3" presStyleIdx="12" presStyleCnt="31"/>
      <dgm:spPr/>
    </dgm:pt>
    <dgm:pt modelId="{CF3C58BD-ED34-4563-AAD7-95822763ED49}" type="pres">
      <dgm:prSet presAssocID="{E92B6168-4783-4862-B9A3-9B857700BA0E}" presName="hierRoot2" presStyleCnt="0">
        <dgm:presLayoutVars>
          <dgm:hierBranch val="init"/>
        </dgm:presLayoutVars>
      </dgm:prSet>
      <dgm:spPr/>
    </dgm:pt>
    <dgm:pt modelId="{3CBD9C63-C987-41A7-9727-AE9524968D45}" type="pres">
      <dgm:prSet presAssocID="{E92B6168-4783-4862-B9A3-9B857700BA0E}" presName="rootComposite" presStyleCnt="0"/>
      <dgm:spPr/>
    </dgm:pt>
    <dgm:pt modelId="{D335674D-B8B0-4900-A11A-E0F70EC46E9B}" type="pres">
      <dgm:prSet presAssocID="{E92B6168-4783-4862-B9A3-9B857700BA0E}" presName="rootText" presStyleLbl="node3" presStyleIdx="12" presStyleCnt="31">
        <dgm:presLayoutVars>
          <dgm:chPref val="3"/>
        </dgm:presLayoutVars>
      </dgm:prSet>
      <dgm:spPr/>
    </dgm:pt>
    <dgm:pt modelId="{9622E771-9DA7-4627-A1C6-7956AD9740C6}" type="pres">
      <dgm:prSet presAssocID="{E92B6168-4783-4862-B9A3-9B857700BA0E}" presName="rootConnector" presStyleLbl="node3" presStyleIdx="12" presStyleCnt="31"/>
      <dgm:spPr/>
    </dgm:pt>
    <dgm:pt modelId="{AC9F5253-A9B6-4D69-975D-D40BA836EFD0}" type="pres">
      <dgm:prSet presAssocID="{E92B6168-4783-4862-B9A3-9B857700BA0E}" presName="hierChild4" presStyleCnt="0"/>
      <dgm:spPr/>
    </dgm:pt>
    <dgm:pt modelId="{5A6E9DA7-484F-41C0-8ADE-9B077FEF64AA}" type="pres">
      <dgm:prSet presAssocID="{E92B6168-4783-4862-B9A3-9B857700BA0E}" presName="hierChild5" presStyleCnt="0"/>
      <dgm:spPr/>
    </dgm:pt>
    <dgm:pt modelId="{E2ED1211-E956-493B-9A35-619B982AFCCD}" type="pres">
      <dgm:prSet presAssocID="{1A801451-5B83-46B4-94E9-E06047A30EC6}" presName="Name37" presStyleLbl="parChTrans1D3" presStyleIdx="13" presStyleCnt="31"/>
      <dgm:spPr/>
    </dgm:pt>
    <dgm:pt modelId="{F384143D-D757-4CF3-9A9A-32F62FEA3847}" type="pres">
      <dgm:prSet presAssocID="{9CFB8803-99F4-474A-A9BA-815E5AA182BF}" presName="hierRoot2" presStyleCnt="0">
        <dgm:presLayoutVars>
          <dgm:hierBranch val="init"/>
        </dgm:presLayoutVars>
      </dgm:prSet>
      <dgm:spPr/>
    </dgm:pt>
    <dgm:pt modelId="{BE3F6C30-3EC3-474A-B9C9-A2946C0A9EF9}" type="pres">
      <dgm:prSet presAssocID="{9CFB8803-99F4-474A-A9BA-815E5AA182BF}" presName="rootComposite" presStyleCnt="0"/>
      <dgm:spPr/>
    </dgm:pt>
    <dgm:pt modelId="{3C731B71-2E0B-463A-8563-0843CFE1C1E5}" type="pres">
      <dgm:prSet presAssocID="{9CFB8803-99F4-474A-A9BA-815E5AA182BF}" presName="rootText" presStyleLbl="node3" presStyleIdx="13" presStyleCnt="31">
        <dgm:presLayoutVars>
          <dgm:chPref val="3"/>
        </dgm:presLayoutVars>
      </dgm:prSet>
      <dgm:spPr/>
    </dgm:pt>
    <dgm:pt modelId="{346ED9C8-917D-4614-A4EE-0C58DB07F82C}" type="pres">
      <dgm:prSet presAssocID="{9CFB8803-99F4-474A-A9BA-815E5AA182BF}" presName="rootConnector" presStyleLbl="node3" presStyleIdx="13" presStyleCnt="31"/>
      <dgm:spPr/>
    </dgm:pt>
    <dgm:pt modelId="{57862BD6-5553-4579-BA42-8CFC83FD8805}" type="pres">
      <dgm:prSet presAssocID="{9CFB8803-99F4-474A-A9BA-815E5AA182BF}" presName="hierChild4" presStyleCnt="0"/>
      <dgm:spPr/>
    </dgm:pt>
    <dgm:pt modelId="{E5DFB8CA-2F02-4209-8019-4A95C04ABEC6}" type="pres">
      <dgm:prSet presAssocID="{9CFB8803-99F4-474A-A9BA-815E5AA182BF}" presName="hierChild5" presStyleCnt="0"/>
      <dgm:spPr/>
    </dgm:pt>
    <dgm:pt modelId="{17FDBDA1-4030-46D0-BDAB-13BEC48B219D}" type="pres">
      <dgm:prSet presAssocID="{94CB3981-7FA1-4A64-8E02-9CAB98322BE8}" presName="Name37" presStyleLbl="parChTrans1D3" presStyleIdx="14" presStyleCnt="31"/>
      <dgm:spPr/>
    </dgm:pt>
    <dgm:pt modelId="{AD5EEA67-A174-4104-925D-091099742666}" type="pres">
      <dgm:prSet presAssocID="{17E8EDD2-C2E9-4009-900B-AEEB5862ECD8}" presName="hierRoot2" presStyleCnt="0">
        <dgm:presLayoutVars>
          <dgm:hierBranch val="init"/>
        </dgm:presLayoutVars>
      </dgm:prSet>
      <dgm:spPr/>
    </dgm:pt>
    <dgm:pt modelId="{92812A73-D098-4E44-BDF6-E99EF896002E}" type="pres">
      <dgm:prSet presAssocID="{17E8EDD2-C2E9-4009-900B-AEEB5862ECD8}" presName="rootComposite" presStyleCnt="0"/>
      <dgm:spPr/>
    </dgm:pt>
    <dgm:pt modelId="{0CB1279B-B414-4F6A-99BE-EA647112D123}" type="pres">
      <dgm:prSet presAssocID="{17E8EDD2-C2E9-4009-900B-AEEB5862ECD8}" presName="rootText" presStyleLbl="node3" presStyleIdx="14" presStyleCnt="31">
        <dgm:presLayoutVars>
          <dgm:chPref val="3"/>
        </dgm:presLayoutVars>
      </dgm:prSet>
      <dgm:spPr/>
    </dgm:pt>
    <dgm:pt modelId="{1D11514D-C292-49FC-A680-A38CDADBFA69}" type="pres">
      <dgm:prSet presAssocID="{17E8EDD2-C2E9-4009-900B-AEEB5862ECD8}" presName="rootConnector" presStyleLbl="node3" presStyleIdx="14" presStyleCnt="31"/>
      <dgm:spPr/>
    </dgm:pt>
    <dgm:pt modelId="{523FECC2-CF7D-448F-9EBC-C2B4BA8FA533}" type="pres">
      <dgm:prSet presAssocID="{17E8EDD2-C2E9-4009-900B-AEEB5862ECD8}" presName="hierChild4" presStyleCnt="0"/>
      <dgm:spPr/>
    </dgm:pt>
    <dgm:pt modelId="{827DF1B1-5F25-48DA-8CA1-DEA504D2B7A8}" type="pres">
      <dgm:prSet presAssocID="{17E8EDD2-C2E9-4009-900B-AEEB5862ECD8}" presName="hierChild5" presStyleCnt="0"/>
      <dgm:spPr/>
    </dgm:pt>
    <dgm:pt modelId="{7B513690-A202-4E75-BCA9-94C9AF02072A}" type="pres">
      <dgm:prSet presAssocID="{BB1358E8-7B1F-4C82-A9FF-1F052DE7194A}" presName="Name37" presStyleLbl="parChTrans1D3" presStyleIdx="15" presStyleCnt="31"/>
      <dgm:spPr/>
    </dgm:pt>
    <dgm:pt modelId="{711F610A-AC12-4FCB-9F7F-332ED17F4168}" type="pres">
      <dgm:prSet presAssocID="{27712864-AD79-443E-A8FC-667C60B7496D}" presName="hierRoot2" presStyleCnt="0">
        <dgm:presLayoutVars>
          <dgm:hierBranch val="init"/>
        </dgm:presLayoutVars>
      </dgm:prSet>
      <dgm:spPr/>
    </dgm:pt>
    <dgm:pt modelId="{71C97470-E5BE-4300-A090-D34F859A825A}" type="pres">
      <dgm:prSet presAssocID="{27712864-AD79-443E-A8FC-667C60B7496D}" presName="rootComposite" presStyleCnt="0"/>
      <dgm:spPr/>
    </dgm:pt>
    <dgm:pt modelId="{5CEE40A7-980B-4D0D-94A6-9C69D1E124F0}" type="pres">
      <dgm:prSet presAssocID="{27712864-AD79-443E-A8FC-667C60B7496D}" presName="rootText" presStyleLbl="node3" presStyleIdx="15" presStyleCnt="31">
        <dgm:presLayoutVars>
          <dgm:chPref val="3"/>
        </dgm:presLayoutVars>
      </dgm:prSet>
      <dgm:spPr/>
    </dgm:pt>
    <dgm:pt modelId="{D1527B10-C9F2-4104-88FD-7DC253B12504}" type="pres">
      <dgm:prSet presAssocID="{27712864-AD79-443E-A8FC-667C60B7496D}" presName="rootConnector" presStyleLbl="node3" presStyleIdx="15" presStyleCnt="31"/>
      <dgm:spPr/>
    </dgm:pt>
    <dgm:pt modelId="{64E901E1-38A9-480A-9835-C2CD1BC75CB0}" type="pres">
      <dgm:prSet presAssocID="{27712864-AD79-443E-A8FC-667C60B7496D}" presName="hierChild4" presStyleCnt="0"/>
      <dgm:spPr/>
    </dgm:pt>
    <dgm:pt modelId="{86F1D822-8E16-4D2D-85E7-24E5141C7CEA}" type="pres">
      <dgm:prSet presAssocID="{27712864-AD79-443E-A8FC-667C60B7496D}" presName="hierChild5" presStyleCnt="0"/>
      <dgm:spPr/>
    </dgm:pt>
    <dgm:pt modelId="{00ADBAA0-09B4-4C14-92E8-0EE935246621}" type="pres">
      <dgm:prSet presAssocID="{E91BE792-11CC-4161-9328-4794A209FB7F}" presName="Name37" presStyleLbl="parChTrans1D3" presStyleIdx="16" presStyleCnt="31"/>
      <dgm:spPr/>
    </dgm:pt>
    <dgm:pt modelId="{7A216587-C813-47BB-B6E1-AE6AAE48FB86}" type="pres">
      <dgm:prSet presAssocID="{A87DE630-9C84-481C-8CC3-334C4B9CF23E}" presName="hierRoot2" presStyleCnt="0">
        <dgm:presLayoutVars>
          <dgm:hierBranch val="init"/>
        </dgm:presLayoutVars>
      </dgm:prSet>
      <dgm:spPr/>
    </dgm:pt>
    <dgm:pt modelId="{869BCDBE-8ED2-4E8A-8E3E-2E4E114435E7}" type="pres">
      <dgm:prSet presAssocID="{A87DE630-9C84-481C-8CC3-334C4B9CF23E}" presName="rootComposite" presStyleCnt="0"/>
      <dgm:spPr/>
    </dgm:pt>
    <dgm:pt modelId="{543345D4-EC5F-4FF6-AECF-33B883268AC3}" type="pres">
      <dgm:prSet presAssocID="{A87DE630-9C84-481C-8CC3-334C4B9CF23E}" presName="rootText" presStyleLbl="node3" presStyleIdx="16" presStyleCnt="31">
        <dgm:presLayoutVars>
          <dgm:chPref val="3"/>
        </dgm:presLayoutVars>
      </dgm:prSet>
      <dgm:spPr/>
    </dgm:pt>
    <dgm:pt modelId="{17DFE680-CA96-4D95-8B47-7E6D5D4136AB}" type="pres">
      <dgm:prSet presAssocID="{A87DE630-9C84-481C-8CC3-334C4B9CF23E}" presName="rootConnector" presStyleLbl="node3" presStyleIdx="16" presStyleCnt="31"/>
      <dgm:spPr/>
    </dgm:pt>
    <dgm:pt modelId="{6C30DE13-C977-4A1D-8BC0-7FCDA610BFE4}" type="pres">
      <dgm:prSet presAssocID="{A87DE630-9C84-481C-8CC3-334C4B9CF23E}" presName="hierChild4" presStyleCnt="0"/>
      <dgm:spPr/>
    </dgm:pt>
    <dgm:pt modelId="{1F4DC7FF-5BAB-4804-8460-6B9FFBA2F3AE}" type="pres">
      <dgm:prSet presAssocID="{A87DE630-9C84-481C-8CC3-334C4B9CF23E}" presName="hierChild5" presStyleCnt="0"/>
      <dgm:spPr/>
    </dgm:pt>
    <dgm:pt modelId="{8F09B2D6-B647-4A25-81D7-6B264D492618}" type="pres">
      <dgm:prSet presAssocID="{FE7BF99B-64AA-489B-B5A5-21CBA99DCB32}" presName="hierChild5" presStyleCnt="0"/>
      <dgm:spPr/>
    </dgm:pt>
    <dgm:pt modelId="{AB27DD26-36BE-4D32-A9E4-E985C4BF312D}" type="pres">
      <dgm:prSet presAssocID="{B9B67C6D-9366-41CC-8BDA-B22257154147}" presName="Name37" presStyleLbl="parChTrans1D2" presStyleIdx="4" presStyleCnt="8"/>
      <dgm:spPr/>
    </dgm:pt>
    <dgm:pt modelId="{0396C064-0807-4930-BFAB-4EB43C278008}" type="pres">
      <dgm:prSet presAssocID="{0863B548-44C4-4F7E-9934-4C9B742B0E6C}" presName="hierRoot2" presStyleCnt="0">
        <dgm:presLayoutVars>
          <dgm:hierBranch val="init"/>
        </dgm:presLayoutVars>
      </dgm:prSet>
      <dgm:spPr/>
    </dgm:pt>
    <dgm:pt modelId="{064E141F-0647-40DC-9E01-6AE0B7B2DF21}" type="pres">
      <dgm:prSet presAssocID="{0863B548-44C4-4F7E-9934-4C9B742B0E6C}" presName="rootComposite" presStyleCnt="0"/>
      <dgm:spPr/>
    </dgm:pt>
    <dgm:pt modelId="{A2EECED3-14F0-4DC0-A619-5B1BB7D9E5EF}" type="pres">
      <dgm:prSet presAssocID="{0863B548-44C4-4F7E-9934-4C9B742B0E6C}" presName="rootText" presStyleLbl="node2" presStyleIdx="4" presStyleCnt="8">
        <dgm:presLayoutVars>
          <dgm:chPref val="3"/>
        </dgm:presLayoutVars>
      </dgm:prSet>
      <dgm:spPr/>
    </dgm:pt>
    <dgm:pt modelId="{2BD715BF-FC98-4B79-B8C2-199FA5ACA047}" type="pres">
      <dgm:prSet presAssocID="{0863B548-44C4-4F7E-9934-4C9B742B0E6C}" presName="rootConnector" presStyleLbl="node2" presStyleIdx="4" presStyleCnt="8"/>
      <dgm:spPr/>
    </dgm:pt>
    <dgm:pt modelId="{CA04F902-4BFC-4260-902D-01E0E571CEF0}" type="pres">
      <dgm:prSet presAssocID="{0863B548-44C4-4F7E-9934-4C9B742B0E6C}" presName="hierChild4" presStyleCnt="0"/>
      <dgm:spPr/>
    </dgm:pt>
    <dgm:pt modelId="{4CDA9C31-889E-4694-963F-F8DEC6A7897A}" type="pres">
      <dgm:prSet presAssocID="{FAE56C9D-67FF-435E-9639-B8966DD22073}" presName="Name37" presStyleLbl="parChTrans1D3" presStyleIdx="17" presStyleCnt="31"/>
      <dgm:spPr/>
    </dgm:pt>
    <dgm:pt modelId="{E6BDCB38-0DD2-4E8A-9EE5-E8BE953A0BB0}" type="pres">
      <dgm:prSet presAssocID="{7761254D-DD61-49D9-8355-2F4D90770132}" presName="hierRoot2" presStyleCnt="0">
        <dgm:presLayoutVars>
          <dgm:hierBranch val="init"/>
        </dgm:presLayoutVars>
      </dgm:prSet>
      <dgm:spPr/>
    </dgm:pt>
    <dgm:pt modelId="{7B54ED52-03AD-4D93-A6EF-4A555F3E649E}" type="pres">
      <dgm:prSet presAssocID="{7761254D-DD61-49D9-8355-2F4D90770132}" presName="rootComposite" presStyleCnt="0"/>
      <dgm:spPr/>
    </dgm:pt>
    <dgm:pt modelId="{2724B97C-C0DE-4EE0-89B0-3A6D90D0A117}" type="pres">
      <dgm:prSet presAssocID="{7761254D-DD61-49D9-8355-2F4D90770132}" presName="rootText" presStyleLbl="node3" presStyleIdx="17" presStyleCnt="31">
        <dgm:presLayoutVars>
          <dgm:chPref val="3"/>
        </dgm:presLayoutVars>
      </dgm:prSet>
      <dgm:spPr/>
    </dgm:pt>
    <dgm:pt modelId="{AFF839F4-8A43-4915-8E71-7DE172FE5E33}" type="pres">
      <dgm:prSet presAssocID="{7761254D-DD61-49D9-8355-2F4D90770132}" presName="rootConnector" presStyleLbl="node3" presStyleIdx="17" presStyleCnt="31"/>
      <dgm:spPr/>
    </dgm:pt>
    <dgm:pt modelId="{5C388CA6-3613-4E7B-90FD-7BFE01A7AB49}" type="pres">
      <dgm:prSet presAssocID="{7761254D-DD61-49D9-8355-2F4D90770132}" presName="hierChild4" presStyleCnt="0"/>
      <dgm:spPr/>
    </dgm:pt>
    <dgm:pt modelId="{F072DE8B-4393-4185-9554-320E875FA84E}" type="pres">
      <dgm:prSet presAssocID="{7761254D-DD61-49D9-8355-2F4D90770132}" presName="hierChild5" presStyleCnt="0"/>
      <dgm:spPr/>
    </dgm:pt>
    <dgm:pt modelId="{5FA1B055-C616-49BB-AC55-9A6AD9F32827}" type="pres">
      <dgm:prSet presAssocID="{85028570-B456-452C-BC1C-444F5691A29F}" presName="Name37" presStyleLbl="parChTrans1D3" presStyleIdx="18" presStyleCnt="31"/>
      <dgm:spPr/>
    </dgm:pt>
    <dgm:pt modelId="{6F3D1A9F-D74D-4CD5-A06D-5D84D7106437}" type="pres">
      <dgm:prSet presAssocID="{B107F2C4-970C-4BA6-B6F7-348E34272D09}" presName="hierRoot2" presStyleCnt="0">
        <dgm:presLayoutVars>
          <dgm:hierBranch val="init"/>
        </dgm:presLayoutVars>
      </dgm:prSet>
      <dgm:spPr/>
    </dgm:pt>
    <dgm:pt modelId="{2FF3310F-10EB-4FC9-9C58-774E02D03ED7}" type="pres">
      <dgm:prSet presAssocID="{B107F2C4-970C-4BA6-B6F7-348E34272D09}" presName="rootComposite" presStyleCnt="0"/>
      <dgm:spPr/>
    </dgm:pt>
    <dgm:pt modelId="{181DD9C3-4B40-468E-907D-51979967C8ED}" type="pres">
      <dgm:prSet presAssocID="{B107F2C4-970C-4BA6-B6F7-348E34272D09}" presName="rootText" presStyleLbl="node3" presStyleIdx="18" presStyleCnt="31">
        <dgm:presLayoutVars>
          <dgm:chPref val="3"/>
        </dgm:presLayoutVars>
      </dgm:prSet>
      <dgm:spPr/>
    </dgm:pt>
    <dgm:pt modelId="{832C4666-AC2D-4F4C-8992-57BF09C63EC5}" type="pres">
      <dgm:prSet presAssocID="{B107F2C4-970C-4BA6-B6F7-348E34272D09}" presName="rootConnector" presStyleLbl="node3" presStyleIdx="18" presStyleCnt="31"/>
      <dgm:spPr/>
    </dgm:pt>
    <dgm:pt modelId="{1A211B82-586A-4C75-BE31-438ABD9A42DC}" type="pres">
      <dgm:prSet presAssocID="{B107F2C4-970C-4BA6-B6F7-348E34272D09}" presName="hierChild4" presStyleCnt="0"/>
      <dgm:spPr/>
    </dgm:pt>
    <dgm:pt modelId="{4560E993-EEC6-4659-8534-F05A528DB1F0}" type="pres">
      <dgm:prSet presAssocID="{B107F2C4-970C-4BA6-B6F7-348E34272D09}" presName="hierChild5" presStyleCnt="0"/>
      <dgm:spPr/>
    </dgm:pt>
    <dgm:pt modelId="{2D5390B4-203A-43DF-B1F1-7A275CCCC836}" type="pres">
      <dgm:prSet presAssocID="{5E5E7C6C-111D-4DBD-A8A5-2CEBA5F6DD15}" presName="Name37" presStyleLbl="parChTrans1D3" presStyleIdx="19" presStyleCnt="31"/>
      <dgm:spPr/>
    </dgm:pt>
    <dgm:pt modelId="{A7CCCF65-1111-4D79-92C4-B1E08D025FDE}" type="pres">
      <dgm:prSet presAssocID="{A65DD454-32A9-4012-8993-96048372BF11}" presName="hierRoot2" presStyleCnt="0">
        <dgm:presLayoutVars>
          <dgm:hierBranch val="init"/>
        </dgm:presLayoutVars>
      </dgm:prSet>
      <dgm:spPr/>
    </dgm:pt>
    <dgm:pt modelId="{4591AB08-8544-4BDB-B112-FA4C3A030985}" type="pres">
      <dgm:prSet presAssocID="{A65DD454-32A9-4012-8993-96048372BF11}" presName="rootComposite" presStyleCnt="0"/>
      <dgm:spPr/>
    </dgm:pt>
    <dgm:pt modelId="{DD70CFD5-74F0-42BF-A913-372CF4C881B7}" type="pres">
      <dgm:prSet presAssocID="{A65DD454-32A9-4012-8993-96048372BF11}" presName="rootText" presStyleLbl="node3" presStyleIdx="19" presStyleCnt="31">
        <dgm:presLayoutVars>
          <dgm:chPref val="3"/>
        </dgm:presLayoutVars>
      </dgm:prSet>
      <dgm:spPr/>
    </dgm:pt>
    <dgm:pt modelId="{DC9FE130-4D71-4830-9E80-0AD4C686ADF7}" type="pres">
      <dgm:prSet presAssocID="{A65DD454-32A9-4012-8993-96048372BF11}" presName="rootConnector" presStyleLbl="node3" presStyleIdx="19" presStyleCnt="31"/>
      <dgm:spPr/>
    </dgm:pt>
    <dgm:pt modelId="{31965E70-7478-4DA4-9A86-DABF8D906BE4}" type="pres">
      <dgm:prSet presAssocID="{A65DD454-32A9-4012-8993-96048372BF11}" presName="hierChild4" presStyleCnt="0"/>
      <dgm:spPr/>
    </dgm:pt>
    <dgm:pt modelId="{6036FD8B-A780-42A9-8D55-8A70D09E7864}" type="pres">
      <dgm:prSet presAssocID="{A65DD454-32A9-4012-8993-96048372BF11}" presName="hierChild5" presStyleCnt="0"/>
      <dgm:spPr/>
    </dgm:pt>
    <dgm:pt modelId="{171941B8-80D9-401F-9322-38A5C3849588}" type="pres">
      <dgm:prSet presAssocID="{012ECCA4-BCA8-4D11-9340-945B551C9E0C}" presName="Name37" presStyleLbl="parChTrans1D3" presStyleIdx="20" presStyleCnt="31"/>
      <dgm:spPr/>
    </dgm:pt>
    <dgm:pt modelId="{2E7921D4-9627-4B70-BB5F-BDEAA3A0AA43}" type="pres">
      <dgm:prSet presAssocID="{DB79B1FA-C98B-4980-9249-5E72614CC6EC}" presName="hierRoot2" presStyleCnt="0">
        <dgm:presLayoutVars>
          <dgm:hierBranch val="init"/>
        </dgm:presLayoutVars>
      </dgm:prSet>
      <dgm:spPr/>
    </dgm:pt>
    <dgm:pt modelId="{0628A690-2994-4B19-B73C-256A1E9FC85F}" type="pres">
      <dgm:prSet presAssocID="{DB79B1FA-C98B-4980-9249-5E72614CC6EC}" presName="rootComposite" presStyleCnt="0"/>
      <dgm:spPr/>
    </dgm:pt>
    <dgm:pt modelId="{3375E259-8092-4459-A1EB-D5BB21632999}" type="pres">
      <dgm:prSet presAssocID="{DB79B1FA-C98B-4980-9249-5E72614CC6EC}" presName="rootText" presStyleLbl="node3" presStyleIdx="20" presStyleCnt="31">
        <dgm:presLayoutVars>
          <dgm:chPref val="3"/>
        </dgm:presLayoutVars>
      </dgm:prSet>
      <dgm:spPr/>
    </dgm:pt>
    <dgm:pt modelId="{5752503D-4D6B-4B23-A41A-CD2C77BCB9B5}" type="pres">
      <dgm:prSet presAssocID="{DB79B1FA-C98B-4980-9249-5E72614CC6EC}" presName="rootConnector" presStyleLbl="node3" presStyleIdx="20" presStyleCnt="31"/>
      <dgm:spPr/>
    </dgm:pt>
    <dgm:pt modelId="{A692F512-1A7E-4B73-B880-CC88ADD45613}" type="pres">
      <dgm:prSet presAssocID="{DB79B1FA-C98B-4980-9249-5E72614CC6EC}" presName="hierChild4" presStyleCnt="0"/>
      <dgm:spPr/>
    </dgm:pt>
    <dgm:pt modelId="{814B6175-3A08-4C14-ADC5-412B96362788}" type="pres">
      <dgm:prSet presAssocID="{DB79B1FA-C98B-4980-9249-5E72614CC6EC}" presName="hierChild5" presStyleCnt="0"/>
      <dgm:spPr/>
    </dgm:pt>
    <dgm:pt modelId="{78743691-F2BA-477D-B447-25341ACD270E}" type="pres">
      <dgm:prSet presAssocID="{0863B548-44C4-4F7E-9934-4C9B742B0E6C}" presName="hierChild5" presStyleCnt="0"/>
      <dgm:spPr/>
    </dgm:pt>
    <dgm:pt modelId="{76CEA3A1-1373-4CAD-B9E2-0DF031E849DD}" type="pres">
      <dgm:prSet presAssocID="{445CACC8-A824-4EAE-84F4-275A71950542}" presName="Name37" presStyleLbl="parChTrans1D2" presStyleIdx="5" presStyleCnt="8"/>
      <dgm:spPr/>
    </dgm:pt>
    <dgm:pt modelId="{1A7E921B-6256-4C69-942C-2F8A8A394F81}" type="pres">
      <dgm:prSet presAssocID="{D5FD129F-9AD9-4573-A90E-F37FB6B93DFE}" presName="hierRoot2" presStyleCnt="0">
        <dgm:presLayoutVars>
          <dgm:hierBranch val="init"/>
        </dgm:presLayoutVars>
      </dgm:prSet>
      <dgm:spPr/>
    </dgm:pt>
    <dgm:pt modelId="{D703F1D5-0815-4F8F-9C13-AC3A766B687A}" type="pres">
      <dgm:prSet presAssocID="{D5FD129F-9AD9-4573-A90E-F37FB6B93DFE}" presName="rootComposite" presStyleCnt="0"/>
      <dgm:spPr/>
    </dgm:pt>
    <dgm:pt modelId="{4C01C07F-3D5A-4500-9D3E-23A77EF59451}" type="pres">
      <dgm:prSet presAssocID="{D5FD129F-9AD9-4573-A90E-F37FB6B93DFE}" presName="rootText" presStyleLbl="node2" presStyleIdx="5" presStyleCnt="8">
        <dgm:presLayoutVars>
          <dgm:chPref val="3"/>
        </dgm:presLayoutVars>
      </dgm:prSet>
      <dgm:spPr/>
    </dgm:pt>
    <dgm:pt modelId="{EC466869-E7ED-4C2D-8F93-BE3DE4063780}" type="pres">
      <dgm:prSet presAssocID="{D5FD129F-9AD9-4573-A90E-F37FB6B93DFE}" presName="rootConnector" presStyleLbl="node2" presStyleIdx="5" presStyleCnt="8"/>
      <dgm:spPr/>
    </dgm:pt>
    <dgm:pt modelId="{44950D80-FFB7-4FEF-8CF2-18B27A939157}" type="pres">
      <dgm:prSet presAssocID="{D5FD129F-9AD9-4573-A90E-F37FB6B93DFE}" presName="hierChild4" presStyleCnt="0"/>
      <dgm:spPr/>
    </dgm:pt>
    <dgm:pt modelId="{3EB16C11-9F91-4E89-ADEC-C3EACEC6998C}" type="pres">
      <dgm:prSet presAssocID="{195F78BE-D15A-42CB-80C4-3359E8C998B7}" presName="Name37" presStyleLbl="parChTrans1D3" presStyleIdx="21" presStyleCnt="31"/>
      <dgm:spPr/>
    </dgm:pt>
    <dgm:pt modelId="{C7869AFC-15B1-43D0-8B0B-0ADEDCF2B5B6}" type="pres">
      <dgm:prSet presAssocID="{DDDFD064-9FC4-40CE-935B-ED4A52DA34CD}" presName="hierRoot2" presStyleCnt="0">
        <dgm:presLayoutVars>
          <dgm:hierBranch val="init"/>
        </dgm:presLayoutVars>
      </dgm:prSet>
      <dgm:spPr/>
    </dgm:pt>
    <dgm:pt modelId="{0F7084A0-DE63-45CF-97A1-F11090F6972A}" type="pres">
      <dgm:prSet presAssocID="{DDDFD064-9FC4-40CE-935B-ED4A52DA34CD}" presName="rootComposite" presStyleCnt="0"/>
      <dgm:spPr/>
    </dgm:pt>
    <dgm:pt modelId="{A48C6B72-74BC-4944-B9AF-095609E490A8}" type="pres">
      <dgm:prSet presAssocID="{DDDFD064-9FC4-40CE-935B-ED4A52DA34CD}" presName="rootText" presStyleLbl="node3" presStyleIdx="21" presStyleCnt="31">
        <dgm:presLayoutVars>
          <dgm:chPref val="3"/>
        </dgm:presLayoutVars>
      </dgm:prSet>
      <dgm:spPr/>
    </dgm:pt>
    <dgm:pt modelId="{CE754077-9FFD-4C3E-BC39-1AEAEAEB30C3}" type="pres">
      <dgm:prSet presAssocID="{DDDFD064-9FC4-40CE-935B-ED4A52DA34CD}" presName="rootConnector" presStyleLbl="node3" presStyleIdx="21" presStyleCnt="31"/>
      <dgm:spPr/>
    </dgm:pt>
    <dgm:pt modelId="{55A65DA8-3CB4-49A0-B581-E130B668F371}" type="pres">
      <dgm:prSet presAssocID="{DDDFD064-9FC4-40CE-935B-ED4A52DA34CD}" presName="hierChild4" presStyleCnt="0"/>
      <dgm:spPr/>
    </dgm:pt>
    <dgm:pt modelId="{099FB8A5-6710-4428-BB02-B0BDDCDE79F0}" type="pres">
      <dgm:prSet presAssocID="{DDDFD064-9FC4-40CE-935B-ED4A52DA34CD}" presName="hierChild5" presStyleCnt="0"/>
      <dgm:spPr/>
    </dgm:pt>
    <dgm:pt modelId="{39023024-EB84-401E-9B3D-50547572A1E1}" type="pres">
      <dgm:prSet presAssocID="{9464F664-CF40-4FCD-9589-91B0C2A4AB58}" presName="Name37" presStyleLbl="parChTrans1D3" presStyleIdx="22" presStyleCnt="31"/>
      <dgm:spPr/>
    </dgm:pt>
    <dgm:pt modelId="{6683CD5D-63D8-4709-8A4D-F14A1B55D3A9}" type="pres">
      <dgm:prSet presAssocID="{32C8101B-C330-498E-8953-5ABDAB57CAB3}" presName="hierRoot2" presStyleCnt="0">
        <dgm:presLayoutVars>
          <dgm:hierBranch val="init"/>
        </dgm:presLayoutVars>
      </dgm:prSet>
      <dgm:spPr/>
    </dgm:pt>
    <dgm:pt modelId="{1D223D0E-F277-487F-B8EC-FECDDBBE24E1}" type="pres">
      <dgm:prSet presAssocID="{32C8101B-C330-498E-8953-5ABDAB57CAB3}" presName="rootComposite" presStyleCnt="0"/>
      <dgm:spPr/>
    </dgm:pt>
    <dgm:pt modelId="{429FC68E-133D-49E8-8DE1-762F3A25175E}" type="pres">
      <dgm:prSet presAssocID="{32C8101B-C330-498E-8953-5ABDAB57CAB3}" presName="rootText" presStyleLbl="node3" presStyleIdx="22" presStyleCnt="31">
        <dgm:presLayoutVars>
          <dgm:chPref val="3"/>
        </dgm:presLayoutVars>
      </dgm:prSet>
      <dgm:spPr/>
    </dgm:pt>
    <dgm:pt modelId="{18E6064E-89B8-4CE4-A92D-E196CF82A2EC}" type="pres">
      <dgm:prSet presAssocID="{32C8101B-C330-498E-8953-5ABDAB57CAB3}" presName="rootConnector" presStyleLbl="node3" presStyleIdx="22" presStyleCnt="31"/>
      <dgm:spPr/>
    </dgm:pt>
    <dgm:pt modelId="{65D2F64E-A76A-46CE-9FFD-BD2C2CF743CC}" type="pres">
      <dgm:prSet presAssocID="{32C8101B-C330-498E-8953-5ABDAB57CAB3}" presName="hierChild4" presStyleCnt="0"/>
      <dgm:spPr/>
    </dgm:pt>
    <dgm:pt modelId="{0188F01B-C8EA-4EDC-9F36-3298D0B1D29D}" type="pres">
      <dgm:prSet presAssocID="{32C8101B-C330-498E-8953-5ABDAB57CAB3}" presName="hierChild5" presStyleCnt="0"/>
      <dgm:spPr/>
    </dgm:pt>
    <dgm:pt modelId="{1C07836D-40CA-435B-88BE-220B60B357E0}" type="pres">
      <dgm:prSet presAssocID="{8096D097-1274-4295-8044-5892C1A1834C}" presName="Name37" presStyleLbl="parChTrans1D3" presStyleIdx="23" presStyleCnt="31"/>
      <dgm:spPr/>
    </dgm:pt>
    <dgm:pt modelId="{65A2ECF0-4F16-464B-A196-C75EA9067161}" type="pres">
      <dgm:prSet presAssocID="{89DF5685-46FC-4281-B5E7-4088E871D9E2}" presName="hierRoot2" presStyleCnt="0">
        <dgm:presLayoutVars>
          <dgm:hierBranch val="init"/>
        </dgm:presLayoutVars>
      </dgm:prSet>
      <dgm:spPr/>
    </dgm:pt>
    <dgm:pt modelId="{C63B0F79-FDBB-4200-B3C1-D677D12D0CFB}" type="pres">
      <dgm:prSet presAssocID="{89DF5685-46FC-4281-B5E7-4088E871D9E2}" presName="rootComposite" presStyleCnt="0"/>
      <dgm:spPr/>
    </dgm:pt>
    <dgm:pt modelId="{98CCB74D-5658-4B76-8B43-B500764A36B7}" type="pres">
      <dgm:prSet presAssocID="{89DF5685-46FC-4281-B5E7-4088E871D9E2}" presName="rootText" presStyleLbl="node3" presStyleIdx="23" presStyleCnt="31">
        <dgm:presLayoutVars>
          <dgm:chPref val="3"/>
        </dgm:presLayoutVars>
      </dgm:prSet>
      <dgm:spPr/>
    </dgm:pt>
    <dgm:pt modelId="{83FA6050-5E43-45DA-BB5B-804CB3C9B454}" type="pres">
      <dgm:prSet presAssocID="{89DF5685-46FC-4281-B5E7-4088E871D9E2}" presName="rootConnector" presStyleLbl="node3" presStyleIdx="23" presStyleCnt="31"/>
      <dgm:spPr/>
    </dgm:pt>
    <dgm:pt modelId="{37EE6B11-0E86-4725-805E-91CB9E6DABDC}" type="pres">
      <dgm:prSet presAssocID="{89DF5685-46FC-4281-B5E7-4088E871D9E2}" presName="hierChild4" presStyleCnt="0"/>
      <dgm:spPr/>
    </dgm:pt>
    <dgm:pt modelId="{137FC210-FF79-445D-973B-14FB5E94A56A}" type="pres">
      <dgm:prSet presAssocID="{89DF5685-46FC-4281-B5E7-4088E871D9E2}" presName="hierChild5" presStyleCnt="0"/>
      <dgm:spPr/>
    </dgm:pt>
    <dgm:pt modelId="{02477A29-E300-4A54-B485-3F3D9A87C9CF}" type="pres">
      <dgm:prSet presAssocID="{69F3C3E3-8AC7-42EE-ADFB-74B43367E889}" presName="Name37" presStyleLbl="parChTrans1D3" presStyleIdx="24" presStyleCnt="31"/>
      <dgm:spPr/>
    </dgm:pt>
    <dgm:pt modelId="{CC7E3C9A-F660-4D31-BD22-7D491C648350}" type="pres">
      <dgm:prSet presAssocID="{48CE1B41-6D81-43AB-9CC3-C68140C6E03F}" presName="hierRoot2" presStyleCnt="0">
        <dgm:presLayoutVars>
          <dgm:hierBranch val="init"/>
        </dgm:presLayoutVars>
      </dgm:prSet>
      <dgm:spPr/>
    </dgm:pt>
    <dgm:pt modelId="{D23B017B-B398-45DA-85A7-C7282244283D}" type="pres">
      <dgm:prSet presAssocID="{48CE1B41-6D81-43AB-9CC3-C68140C6E03F}" presName="rootComposite" presStyleCnt="0"/>
      <dgm:spPr/>
    </dgm:pt>
    <dgm:pt modelId="{F1CDAA44-40BE-4114-8C23-588F236CE92B}" type="pres">
      <dgm:prSet presAssocID="{48CE1B41-6D81-43AB-9CC3-C68140C6E03F}" presName="rootText" presStyleLbl="node3" presStyleIdx="24" presStyleCnt="31">
        <dgm:presLayoutVars>
          <dgm:chPref val="3"/>
        </dgm:presLayoutVars>
      </dgm:prSet>
      <dgm:spPr/>
    </dgm:pt>
    <dgm:pt modelId="{363BA6F8-D0BB-4598-B805-4C06CA997CC7}" type="pres">
      <dgm:prSet presAssocID="{48CE1B41-6D81-43AB-9CC3-C68140C6E03F}" presName="rootConnector" presStyleLbl="node3" presStyleIdx="24" presStyleCnt="31"/>
      <dgm:spPr/>
    </dgm:pt>
    <dgm:pt modelId="{2AE6AD9B-B16E-43F7-9EEF-70926B97E106}" type="pres">
      <dgm:prSet presAssocID="{48CE1B41-6D81-43AB-9CC3-C68140C6E03F}" presName="hierChild4" presStyleCnt="0"/>
      <dgm:spPr/>
    </dgm:pt>
    <dgm:pt modelId="{EB7240D0-BDF5-4CE1-9F24-5EDEDF0AC1C6}" type="pres">
      <dgm:prSet presAssocID="{48CE1B41-6D81-43AB-9CC3-C68140C6E03F}" presName="hierChild5" presStyleCnt="0"/>
      <dgm:spPr/>
    </dgm:pt>
    <dgm:pt modelId="{B2138FE6-682B-45DE-B818-81B76F094086}" type="pres">
      <dgm:prSet presAssocID="{D5FD129F-9AD9-4573-A90E-F37FB6B93DFE}" presName="hierChild5" presStyleCnt="0"/>
      <dgm:spPr/>
    </dgm:pt>
    <dgm:pt modelId="{5E701C38-AB88-4B0F-AF63-7274AD7EDC3B}" type="pres">
      <dgm:prSet presAssocID="{D9AE917C-6706-48A1-B599-1317A8B80A8E}" presName="Name37" presStyleLbl="parChTrans1D2" presStyleIdx="6" presStyleCnt="8"/>
      <dgm:spPr/>
    </dgm:pt>
    <dgm:pt modelId="{F21DFBE9-2DDF-45B9-9822-C4370C82BC42}" type="pres">
      <dgm:prSet presAssocID="{A21BE807-4B11-4EAE-8160-7BD581E1AF36}" presName="hierRoot2" presStyleCnt="0">
        <dgm:presLayoutVars>
          <dgm:hierBranch val="init"/>
        </dgm:presLayoutVars>
      </dgm:prSet>
      <dgm:spPr/>
    </dgm:pt>
    <dgm:pt modelId="{44F01B98-E862-448F-9DB0-37DE7C8C34FC}" type="pres">
      <dgm:prSet presAssocID="{A21BE807-4B11-4EAE-8160-7BD581E1AF36}" presName="rootComposite" presStyleCnt="0"/>
      <dgm:spPr/>
    </dgm:pt>
    <dgm:pt modelId="{9C1F261E-57CF-49F4-A6C8-D7C113773636}" type="pres">
      <dgm:prSet presAssocID="{A21BE807-4B11-4EAE-8160-7BD581E1AF36}" presName="rootText" presStyleLbl="node2" presStyleIdx="6" presStyleCnt="8">
        <dgm:presLayoutVars>
          <dgm:chPref val="3"/>
        </dgm:presLayoutVars>
      </dgm:prSet>
      <dgm:spPr/>
    </dgm:pt>
    <dgm:pt modelId="{2FA3FDB7-9843-49F8-81D4-33E031444539}" type="pres">
      <dgm:prSet presAssocID="{A21BE807-4B11-4EAE-8160-7BD581E1AF36}" presName="rootConnector" presStyleLbl="node2" presStyleIdx="6" presStyleCnt="8"/>
      <dgm:spPr/>
    </dgm:pt>
    <dgm:pt modelId="{1D032B73-499B-4C0F-87B9-CDE86085A1C7}" type="pres">
      <dgm:prSet presAssocID="{A21BE807-4B11-4EAE-8160-7BD581E1AF36}" presName="hierChild4" presStyleCnt="0"/>
      <dgm:spPr/>
    </dgm:pt>
    <dgm:pt modelId="{E03566C5-0157-4DC4-9FD2-C805CCF66ABE}" type="pres">
      <dgm:prSet presAssocID="{9754DE41-A526-47AA-826D-4B77511EC9F4}" presName="Name37" presStyleLbl="parChTrans1D3" presStyleIdx="25" presStyleCnt="31"/>
      <dgm:spPr/>
    </dgm:pt>
    <dgm:pt modelId="{A49AABB5-0B0A-4D59-A43E-84456EC474B4}" type="pres">
      <dgm:prSet presAssocID="{45314C34-50AF-4E4D-ADBB-0DF08B051943}" presName="hierRoot2" presStyleCnt="0">
        <dgm:presLayoutVars>
          <dgm:hierBranch val="init"/>
        </dgm:presLayoutVars>
      </dgm:prSet>
      <dgm:spPr/>
    </dgm:pt>
    <dgm:pt modelId="{7654731E-0E94-4E8B-8666-9FD6541C8A7C}" type="pres">
      <dgm:prSet presAssocID="{45314C34-50AF-4E4D-ADBB-0DF08B051943}" presName="rootComposite" presStyleCnt="0"/>
      <dgm:spPr/>
    </dgm:pt>
    <dgm:pt modelId="{226AE8C5-5454-4215-9A90-8F74A2E08AD6}" type="pres">
      <dgm:prSet presAssocID="{45314C34-50AF-4E4D-ADBB-0DF08B051943}" presName="rootText" presStyleLbl="node3" presStyleIdx="25" presStyleCnt="31">
        <dgm:presLayoutVars>
          <dgm:chPref val="3"/>
        </dgm:presLayoutVars>
      </dgm:prSet>
      <dgm:spPr/>
    </dgm:pt>
    <dgm:pt modelId="{CDB793E0-B758-4B31-AD2E-059FEC99A6D7}" type="pres">
      <dgm:prSet presAssocID="{45314C34-50AF-4E4D-ADBB-0DF08B051943}" presName="rootConnector" presStyleLbl="node3" presStyleIdx="25" presStyleCnt="31"/>
      <dgm:spPr/>
    </dgm:pt>
    <dgm:pt modelId="{3FAF692C-0535-41B4-9A8D-765234CACB26}" type="pres">
      <dgm:prSet presAssocID="{45314C34-50AF-4E4D-ADBB-0DF08B051943}" presName="hierChild4" presStyleCnt="0"/>
      <dgm:spPr/>
    </dgm:pt>
    <dgm:pt modelId="{F79E9ED3-01BC-4ABE-9B2D-077C6D610F5A}" type="pres">
      <dgm:prSet presAssocID="{45314C34-50AF-4E4D-ADBB-0DF08B051943}" presName="hierChild5" presStyleCnt="0"/>
      <dgm:spPr/>
    </dgm:pt>
    <dgm:pt modelId="{A7A7ECF9-BE4A-416C-A875-C0B9A472AEAD}" type="pres">
      <dgm:prSet presAssocID="{BF556DEE-FDB2-4974-A479-9DA811591AC2}" presName="Name37" presStyleLbl="parChTrans1D3" presStyleIdx="26" presStyleCnt="31"/>
      <dgm:spPr/>
    </dgm:pt>
    <dgm:pt modelId="{5A19D7DF-15D0-46CC-B929-5D6344581BF8}" type="pres">
      <dgm:prSet presAssocID="{364A14DD-4A6B-490F-966D-11A566A8DE1A}" presName="hierRoot2" presStyleCnt="0">
        <dgm:presLayoutVars>
          <dgm:hierBranch val="init"/>
        </dgm:presLayoutVars>
      </dgm:prSet>
      <dgm:spPr/>
    </dgm:pt>
    <dgm:pt modelId="{1350C8D8-A151-4CC1-B970-DE97ABD7390D}" type="pres">
      <dgm:prSet presAssocID="{364A14DD-4A6B-490F-966D-11A566A8DE1A}" presName="rootComposite" presStyleCnt="0"/>
      <dgm:spPr/>
    </dgm:pt>
    <dgm:pt modelId="{FB20BA37-7E2F-428B-96C5-A04730481341}" type="pres">
      <dgm:prSet presAssocID="{364A14DD-4A6B-490F-966D-11A566A8DE1A}" presName="rootText" presStyleLbl="node3" presStyleIdx="26" presStyleCnt="31">
        <dgm:presLayoutVars>
          <dgm:chPref val="3"/>
        </dgm:presLayoutVars>
      </dgm:prSet>
      <dgm:spPr/>
    </dgm:pt>
    <dgm:pt modelId="{D1512C44-7D67-4F26-839A-EBCC0F32E62D}" type="pres">
      <dgm:prSet presAssocID="{364A14DD-4A6B-490F-966D-11A566A8DE1A}" presName="rootConnector" presStyleLbl="node3" presStyleIdx="26" presStyleCnt="31"/>
      <dgm:spPr/>
    </dgm:pt>
    <dgm:pt modelId="{2976E8E6-E77E-4B5F-92D5-B38822AA8B1E}" type="pres">
      <dgm:prSet presAssocID="{364A14DD-4A6B-490F-966D-11A566A8DE1A}" presName="hierChild4" presStyleCnt="0"/>
      <dgm:spPr/>
    </dgm:pt>
    <dgm:pt modelId="{4DC1D4DB-3A59-4D06-A53F-60A95AD8EC34}" type="pres">
      <dgm:prSet presAssocID="{364A14DD-4A6B-490F-966D-11A566A8DE1A}" presName="hierChild5" presStyleCnt="0"/>
      <dgm:spPr/>
    </dgm:pt>
    <dgm:pt modelId="{44C80BD4-1D9F-4693-B2EA-ABE16207FC5E}" type="pres">
      <dgm:prSet presAssocID="{E5D80EAF-6AD1-4CDE-977F-AE2628319612}" presName="Name37" presStyleLbl="parChTrans1D3" presStyleIdx="27" presStyleCnt="31"/>
      <dgm:spPr/>
    </dgm:pt>
    <dgm:pt modelId="{6CDE8696-7503-4DD8-9577-0A9385C52C66}" type="pres">
      <dgm:prSet presAssocID="{5B98B468-026A-4D98-AD54-107310318E48}" presName="hierRoot2" presStyleCnt="0">
        <dgm:presLayoutVars>
          <dgm:hierBranch val="init"/>
        </dgm:presLayoutVars>
      </dgm:prSet>
      <dgm:spPr/>
    </dgm:pt>
    <dgm:pt modelId="{24FA4CFB-8430-4A3D-A899-63027AD56E1E}" type="pres">
      <dgm:prSet presAssocID="{5B98B468-026A-4D98-AD54-107310318E48}" presName="rootComposite" presStyleCnt="0"/>
      <dgm:spPr/>
    </dgm:pt>
    <dgm:pt modelId="{979F578C-CE1A-47A6-904B-388276A82AE8}" type="pres">
      <dgm:prSet presAssocID="{5B98B468-026A-4D98-AD54-107310318E48}" presName="rootText" presStyleLbl="node3" presStyleIdx="27" presStyleCnt="31">
        <dgm:presLayoutVars>
          <dgm:chPref val="3"/>
        </dgm:presLayoutVars>
      </dgm:prSet>
      <dgm:spPr/>
    </dgm:pt>
    <dgm:pt modelId="{F7FE0C91-27B9-4C13-9891-1A8880F65F80}" type="pres">
      <dgm:prSet presAssocID="{5B98B468-026A-4D98-AD54-107310318E48}" presName="rootConnector" presStyleLbl="node3" presStyleIdx="27" presStyleCnt="31"/>
      <dgm:spPr/>
    </dgm:pt>
    <dgm:pt modelId="{5041F2D5-1D20-4F61-8864-803C469F0A84}" type="pres">
      <dgm:prSet presAssocID="{5B98B468-026A-4D98-AD54-107310318E48}" presName="hierChild4" presStyleCnt="0"/>
      <dgm:spPr/>
    </dgm:pt>
    <dgm:pt modelId="{E3347756-3D43-4D00-B916-5BE2983CE9A1}" type="pres">
      <dgm:prSet presAssocID="{5B98B468-026A-4D98-AD54-107310318E48}" presName="hierChild5" presStyleCnt="0"/>
      <dgm:spPr/>
    </dgm:pt>
    <dgm:pt modelId="{6E6E9F20-CA5E-4025-BC61-17F435D7C569}" type="pres">
      <dgm:prSet presAssocID="{DB2A3CAD-29D2-4CC9-8A28-F69DAF6C7AEF}" presName="Name37" presStyleLbl="parChTrans1D3" presStyleIdx="28" presStyleCnt="31"/>
      <dgm:spPr/>
    </dgm:pt>
    <dgm:pt modelId="{C27687A1-9CDB-4E69-911C-07601D122461}" type="pres">
      <dgm:prSet presAssocID="{BA6F5FF4-A1A3-4AD3-95DC-B34C41B91E4A}" presName="hierRoot2" presStyleCnt="0">
        <dgm:presLayoutVars>
          <dgm:hierBranch val="init"/>
        </dgm:presLayoutVars>
      </dgm:prSet>
      <dgm:spPr/>
    </dgm:pt>
    <dgm:pt modelId="{520D0F51-6871-440C-AB50-D4009BE405B8}" type="pres">
      <dgm:prSet presAssocID="{BA6F5FF4-A1A3-4AD3-95DC-B34C41B91E4A}" presName="rootComposite" presStyleCnt="0"/>
      <dgm:spPr/>
    </dgm:pt>
    <dgm:pt modelId="{89333135-7DA1-47B1-8FD3-1FDB4B321DE2}" type="pres">
      <dgm:prSet presAssocID="{BA6F5FF4-A1A3-4AD3-95DC-B34C41B91E4A}" presName="rootText" presStyleLbl="node3" presStyleIdx="28" presStyleCnt="31">
        <dgm:presLayoutVars>
          <dgm:chPref val="3"/>
        </dgm:presLayoutVars>
      </dgm:prSet>
      <dgm:spPr/>
    </dgm:pt>
    <dgm:pt modelId="{8F96E45E-3B9C-4489-B47F-B47BE8BF7813}" type="pres">
      <dgm:prSet presAssocID="{BA6F5FF4-A1A3-4AD3-95DC-B34C41B91E4A}" presName="rootConnector" presStyleLbl="node3" presStyleIdx="28" presStyleCnt="31"/>
      <dgm:spPr/>
    </dgm:pt>
    <dgm:pt modelId="{09B2B2E4-4108-488C-BB7E-7276B8F55CB7}" type="pres">
      <dgm:prSet presAssocID="{BA6F5FF4-A1A3-4AD3-95DC-B34C41B91E4A}" presName="hierChild4" presStyleCnt="0"/>
      <dgm:spPr/>
    </dgm:pt>
    <dgm:pt modelId="{C3426C1C-49E2-41FB-9A58-7648194FA1B8}" type="pres">
      <dgm:prSet presAssocID="{BA6F5FF4-A1A3-4AD3-95DC-B34C41B91E4A}" presName="hierChild5" presStyleCnt="0"/>
      <dgm:spPr/>
    </dgm:pt>
    <dgm:pt modelId="{5E4632EF-D161-47D1-BF6C-EDA74B7C09ED}" type="pres">
      <dgm:prSet presAssocID="{0060A5AA-C100-4893-8AC9-A4AC21A02B5F}" presName="Name37" presStyleLbl="parChTrans1D3" presStyleIdx="29" presStyleCnt="31"/>
      <dgm:spPr/>
    </dgm:pt>
    <dgm:pt modelId="{A9153F82-6EA1-4FE1-8E2F-C7F5375446F3}" type="pres">
      <dgm:prSet presAssocID="{9A285F48-DA36-4D48-BC17-91EB2331F477}" presName="hierRoot2" presStyleCnt="0">
        <dgm:presLayoutVars>
          <dgm:hierBranch val="init"/>
        </dgm:presLayoutVars>
      </dgm:prSet>
      <dgm:spPr/>
    </dgm:pt>
    <dgm:pt modelId="{65044EA7-3ABB-4C33-B074-DD2A83E73DE7}" type="pres">
      <dgm:prSet presAssocID="{9A285F48-DA36-4D48-BC17-91EB2331F477}" presName="rootComposite" presStyleCnt="0"/>
      <dgm:spPr/>
    </dgm:pt>
    <dgm:pt modelId="{60EBEB46-053F-4E68-96B5-51D4DE2B504A}" type="pres">
      <dgm:prSet presAssocID="{9A285F48-DA36-4D48-BC17-91EB2331F477}" presName="rootText" presStyleLbl="node3" presStyleIdx="29" presStyleCnt="31">
        <dgm:presLayoutVars>
          <dgm:chPref val="3"/>
        </dgm:presLayoutVars>
      </dgm:prSet>
      <dgm:spPr/>
    </dgm:pt>
    <dgm:pt modelId="{605AD9F8-466F-411E-A5DD-CBABE9ABF6FB}" type="pres">
      <dgm:prSet presAssocID="{9A285F48-DA36-4D48-BC17-91EB2331F477}" presName="rootConnector" presStyleLbl="node3" presStyleIdx="29" presStyleCnt="31"/>
      <dgm:spPr/>
    </dgm:pt>
    <dgm:pt modelId="{5C567427-70A9-4697-A01E-3DE9889F70EA}" type="pres">
      <dgm:prSet presAssocID="{9A285F48-DA36-4D48-BC17-91EB2331F477}" presName="hierChild4" presStyleCnt="0"/>
      <dgm:spPr/>
    </dgm:pt>
    <dgm:pt modelId="{479EB5E0-AA95-4F7E-A9EB-F6A9C68B75B1}" type="pres">
      <dgm:prSet presAssocID="{9A285F48-DA36-4D48-BC17-91EB2331F477}" presName="hierChild5" presStyleCnt="0"/>
      <dgm:spPr/>
    </dgm:pt>
    <dgm:pt modelId="{7C14F102-683E-4965-B09C-62F53B00991E}" type="pres">
      <dgm:prSet presAssocID="{E21BA37E-E40E-47B4-AB0C-7F4A2A3CE1C4}" presName="Name37" presStyleLbl="parChTrans1D3" presStyleIdx="30" presStyleCnt="31"/>
      <dgm:spPr/>
    </dgm:pt>
    <dgm:pt modelId="{CF2FD831-C630-422B-AA75-AC377DA72F3B}" type="pres">
      <dgm:prSet presAssocID="{30591FD8-D9D6-4881-B66D-35231C80B82E}" presName="hierRoot2" presStyleCnt="0">
        <dgm:presLayoutVars>
          <dgm:hierBranch val="init"/>
        </dgm:presLayoutVars>
      </dgm:prSet>
      <dgm:spPr/>
    </dgm:pt>
    <dgm:pt modelId="{1C6C3C31-C29C-4ED2-B349-BD44CD29D1A7}" type="pres">
      <dgm:prSet presAssocID="{30591FD8-D9D6-4881-B66D-35231C80B82E}" presName="rootComposite" presStyleCnt="0"/>
      <dgm:spPr/>
    </dgm:pt>
    <dgm:pt modelId="{31BD3A9C-C5E4-4637-97F5-E54B9C84D75C}" type="pres">
      <dgm:prSet presAssocID="{30591FD8-D9D6-4881-B66D-35231C80B82E}" presName="rootText" presStyleLbl="node3" presStyleIdx="30" presStyleCnt="31">
        <dgm:presLayoutVars>
          <dgm:chPref val="3"/>
        </dgm:presLayoutVars>
      </dgm:prSet>
      <dgm:spPr/>
    </dgm:pt>
    <dgm:pt modelId="{37ED5963-9FF3-4CAC-8AB2-3288C23E42B4}" type="pres">
      <dgm:prSet presAssocID="{30591FD8-D9D6-4881-B66D-35231C80B82E}" presName="rootConnector" presStyleLbl="node3" presStyleIdx="30" presStyleCnt="31"/>
      <dgm:spPr/>
    </dgm:pt>
    <dgm:pt modelId="{70A03DA1-D851-48EA-B907-092102B270C9}" type="pres">
      <dgm:prSet presAssocID="{30591FD8-D9D6-4881-B66D-35231C80B82E}" presName="hierChild4" presStyleCnt="0"/>
      <dgm:spPr/>
    </dgm:pt>
    <dgm:pt modelId="{65C126AE-22E5-430F-81FC-0C6125726D02}" type="pres">
      <dgm:prSet presAssocID="{30591FD8-D9D6-4881-B66D-35231C80B82E}" presName="hierChild5" presStyleCnt="0"/>
      <dgm:spPr/>
    </dgm:pt>
    <dgm:pt modelId="{9341F401-C8C0-4017-BB0E-CF88800A28B6}" type="pres">
      <dgm:prSet presAssocID="{A21BE807-4B11-4EAE-8160-7BD581E1AF36}" presName="hierChild5" presStyleCnt="0"/>
      <dgm:spPr/>
    </dgm:pt>
    <dgm:pt modelId="{62189111-26F5-4A3C-93D4-3A0AB45DAE58}" type="pres">
      <dgm:prSet presAssocID="{52DDC03F-E3C2-4992-938D-DB05D0BD785F}" presName="Name37" presStyleLbl="parChTrans1D2" presStyleIdx="7" presStyleCnt="8"/>
      <dgm:spPr/>
    </dgm:pt>
    <dgm:pt modelId="{B1281D4C-1B34-4F4C-9DF3-1A7FC168D5B7}" type="pres">
      <dgm:prSet presAssocID="{0E663EC2-E753-4927-8409-8CC8BE2A8C72}" presName="hierRoot2" presStyleCnt="0">
        <dgm:presLayoutVars>
          <dgm:hierBranch val="init"/>
        </dgm:presLayoutVars>
      </dgm:prSet>
      <dgm:spPr/>
    </dgm:pt>
    <dgm:pt modelId="{CBABDBB3-C565-4982-9F75-7BEA5BBAEB33}" type="pres">
      <dgm:prSet presAssocID="{0E663EC2-E753-4927-8409-8CC8BE2A8C72}" presName="rootComposite" presStyleCnt="0"/>
      <dgm:spPr/>
    </dgm:pt>
    <dgm:pt modelId="{B71EC558-D18E-46E7-B817-98A3C892D37D}" type="pres">
      <dgm:prSet presAssocID="{0E663EC2-E753-4927-8409-8CC8BE2A8C72}" presName="rootText" presStyleLbl="node2" presStyleIdx="7" presStyleCnt="8">
        <dgm:presLayoutVars>
          <dgm:chPref val="3"/>
        </dgm:presLayoutVars>
      </dgm:prSet>
      <dgm:spPr/>
    </dgm:pt>
    <dgm:pt modelId="{7950AC23-447A-42A7-9666-C08214567A1A}" type="pres">
      <dgm:prSet presAssocID="{0E663EC2-E753-4927-8409-8CC8BE2A8C72}" presName="rootConnector" presStyleLbl="node2" presStyleIdx="7" presStyleCnt="8"/>
      <dgm:spPr/>
    </dgm:pt>
    <dgm:pt modelId="{01662076-9D1D-4A32-A974-A592F791689E}" type="pres">
      <dgm:prSet presAssocID="{0E663EC2-E753-4927-8409-8CC8BE2A8C72}" presName="hierChild4" presStyleCnt="0"/>
      <dgm:spPr/>
    </dgm:pt>
    <dgm:pt modelId="{265BAB88-FD7F-4AF1-8B54-3FE715A3E92A}" type="pres">
      <dgm:prSet presAssocID="{0E663EC2-E753-4927-8409-8CC8BE2A8C72}" presName="hierChild5" presStyleCnt="0"/>
      <dgm:spPr/>
    </dgm:pt>
    <dgm:pt modelId="{9C6C2BC3-2062-480B-A17D-EB074F7E2BF6}" type="pres">
      <dgm:prSet presAssocID="{B0179103-A08B-41DA-896E-B2954A5DCD16}" presName="hierChild3" presStyleCnt="0"/>
      <dgm:spPr/>
    </dgm:pt>
  </dgm:ptLst>
  <dgm:cxnLst>
    <dgm:cxn modelId="{976CF700-88A4-498E-8559-7C83F1A8BAB9}" srcId="{71481DE0-048B-4B16-81C4-BB313FE1B6D7}" destId="{B0179103-A08B-41DA-896E-B2954A5DCD16}" srcOrd="0" destOrd="0" parTransId="{48A10CFB-88AD-4D0B-ABC5-8A7E5AA28662}" sibTransId="{D42A9362-B993-4D50-BD13-F592CA1979AA}"/>
    <dgm:cxn modelId="{C8BC1301-9370-4DAC-8F20-CB4AF76CBF78}" srcId="{B0179103-A08B-41DA-896E-B2954A5DCD16}" destId="{0863B548-44C4-4F7E-9934-4C9B742B0E6C}" srcOrd="4" destOrd="0" parTransId="{B9B67C6D-9366-41CC-8BDA-B22257154147}" sibTransId="{65FC1DA2-B602-491D-B4D6-122DC736D742}"/>
    <dgm:cxn modelId="{1E195D01-9C60-433C-8BEA-275027D4DA20}" type="presOf" srcId="{17E8EDD2-C2E9-4009-900B-AEEB5862ECD8}" destId="{1D11514D-C292-49FC-A680-A38CDADBFA69}" srcOrd="1" destOrd="0" presId="urn:microsoft.com/office/officeart/2005/8/layout/orgChart1"/>
    <dgm:cxn modelId="{F8484A03-1500-44CA-8358-395DDB77935A}" type="presOf" srcId="{5A9A0440-86F5-4B70-A189-C945F406EF04}" destId="{2262DE6F-E9C3-444E-85DC-441BA6D6379B}" srcOrd="1" destOrd="0" presId="urn:microsoft.com/office/officeart/2005/8/layout/orgChart1"/>
    <dgm:cxn modelId="{9CD0FD03-9C1F-4DF3-80C2-C973210B767C}" type="presOf" srcId="{235B8578-5AFE-427B-B7B7-35669F15071C}" destId="{DDEBA700-94AE-4047-A2EE-586D6C0E7825}" srcOrd="0" destOrd="0" presId="urn:microsoft.com/office/officeart/2005/8/layout/orgChart1"/>
    <dgm:cxn modelId="{10DE3804-E584-4782-8B25-3613037E9A6B}" srcId="{B0179103-A08B-41DA-896E-B2954A5DCD16}" destId="{0EC34A80-0518-482B-8F1F-C8843BD2582E}" srcOrd="2" destOrd="0" parTransId="{7E75F855-998C-4F7C-A678-6B784793A0A8}" sibTransId="{1F5C129D-661B-40DD-AB80-48D9AA97E63E}"/>
    <dgm:cxn modelId="{D59FC605-F168-44AC-BF6C-59DB781A5FB6}" type="presOf" srcId="{FE7BF99B-64AA-489B-B5A5-21CBA99DCB32}" destId="{BDC4D86C-DAB9-4661-8B35-83E2D42504D1}" srcOrd="0" destOrd="0" presId="urn:microsoft.com/office/officeart/2005/8/layout/orgChart1"/>
    <dgm:cxn modelId="{E8AAFD05-C4CF-478A-ADD8-47CDC84008D3}" type="presOf" srcId="{7A94CE57-D4AB-478A-8737-D32C147E06B6}" destId="{E8D10583-4524-4FAB-94AD-BCDBBB68031C}" srcOrd="1" destOrd="0" presId="urn:microsoft.com/office/officeart/2005/8/layout/orgChart1"/>
    <dgm:cxn modelId="{CCF60806-1C65-45C5-9A28-6120D43ED493}" type="presOf" srcId="{E21BA37E-E40E-47B4-AB0C-7F4A2A3CE1C4}" destId="{7C14F102-683E-4965-B09C-62F53B00991E}" srcOrd="0" destOrd="0" presId="urn:microsoft.com/office/officeart/2005/8/layout/orgChart1"/>
    <dgm:cxn modelId="{BB567C08-3554-42D6-8EA2-C0E17B1A8AA8}" srcId="{10B1B489-B908-4C88-BE1A-91422A199138}" destId="{5A9A0440-86F5-4B70-A189-C945F406EF04}" srcOrd="5" destOrd="0" parTransId="{CEF517BB-F6D1-4BCA-8EBB-24597EB129B5}" sibTransId="{E18EB64C-D669-467A-9064-34F311B9E3FC}"/>
    <dgm:cxn modelId="{E798FE0A-A1BB-45A8-B320-DB9DCC3B79F1}" type="presOf" srcId="{5A9A0440-86F5-4B70-A189-C945F406EF04}" destId="{59DB3C8F-154E-4C6C-BD1C-BAFACD44AE3B}" srcOrd="0" destOrd="0" presId="urn:microsoft.com/office/officeart/2005/8/layout/orgChart1"/>
    <dgm:cxn modelId="{C308070C-7253-4751-B280-0D2D843409D0}" type="presOf" srcId="{B55F1581-9FB1-45DB-AABE-5D5E291275CC}" destId="{5E504B9F-8EB3-4AD8-AC3B-76514610FBFC}" srcOrd="0" destOrd="0" presId="urn:microsoft.com/office/officeart/2005/8/layout/orgChart1"/>
    <dgm:cxn modelId="{AC6D6B0C-AA20-4C77-8CF8-15F2477AD235}" srcId="{A21BE807-4B11-4EAE-8160-7BD581E1AF36}" destId="{BA6F5FF4-A1A3-4AD3-95DC-B34C41B91E4A}" srcOrd="3" destOrd="0" parTransId="{DB2A3CAD-29D2-4CC9-8A28-F69DAF6C7AEF}" sibTransId="{DB84C0F9-31C6-4434-A0C0-10CF860E7C6B}"/>
    <dgm:cxn modelId="{A2FCC70E-D41A-4051-86DC-000FD6712E33}" type="presOf" srcId="{0863B548-44C4-4F7E-9934-4C9B742B0E6C}" destId="{A2EECED3-14F0-4DC0-A619-5B1BB7D9E5EF}" srcOrd="0" destOrd="0" presId="urn:microsoft.com/office/officeart/2005/8/layout/orgChart1"/>
    <dgm:cxn modelId="{DEFDCC0E-A524-4960-AE25-58D00EB52A3D}" type="presOf" srcId="{0E663EC2-E753-4927-8409-8CC8BE2A8C72}" destId="{7950AC23-447A-42A7-9666-C08214567A1A}" srcOrd="1" destOrd="0" presId="urn:microsoft.com/office/officeart/2005/8/layout/orgChart1"/>
    <dgm:cxn modelId="{8971800F-ABFF-4AEC-AB11-397FC8FC0897}" srcId="{D5FD129F-9AD9-4573-A90E-F37FB6B93DFE}" destId="{48CE1B41-6D81-43AB-9CC3-C68140C6E03F}" srcOrd="3" destOrd="0" parTransId="{69F3C3E3-8AC7-42EE-ADFB-74B43367E889}" sibTransId="{9AE219DC-72CA-4608-8522-9FBB9DF89E27}"/>
    <dgm:cxn modelId="{D53A0411-E835-48BE-BC6C-41DEAD85A16E}" srcId="{A21BE807-4B11-4EAE-8160-7BD581E1AF36}" destId="{364A14DD-4A6B-490F-966D-11A566A8DE1A}" srcOrd="1" destOrd="0" parTransId="{BF556DEE-FDB2-4974-A479-9DA811591AC2}" sibTransId="{96E55914-44A1-4C91-B04F-59CA809B9908}"/>
    <dgm:cxn modelId="{978DAF11-4816-40C3-BEF1-9C1BA0D1D06E}" type="presOf" srcId="{4857697D-0489-40CA-8CA2-EBEE872EDCFE}" destId="{C6979D9C-B2D2-4E09-9F49-75E96371C58E}" srcOrd="0" destOrd="0" presId="urn:microsoft.com/office/officeart/2005/8/layout/orgChart1"/>
    <dgm:cxn modelId="{20913A12-767D-4223-B236-1160D98FBEAA}" type="presOf" srcId="{E0D43B58-8532-4829-A449-E17C14D2066D}" destId="{D85C6F0F-F750-4D27-A097-CCDEF1752BF0}" srcOrd="0" destOrd="0" presId="urn:microsoft.com/office/officeart/2005/8/layout/orgChart1"/>
    <dgm:cxn modelId="{8355F113-261C-4E5E-AAAD-83A40132C8E6}" srcId="{D5FD129F-9AD9-4573-A90E-F37FB6B93DFE}" destId="{89DF5685-46FC-4281-B5E7-4088E871D9E2}" srcOrd="2" destOrd="0" parTransId="{8096D097-1274-4295-8044-5892C1A1834C}" sibTransId="{B94872E3-367D-4B3A-AC9A-9868D0040735}"/>
    <dgm:cxn modelId="{907F9C15-80E0-4239-A948-BAC2EB134F77}" type="presOf" srcId="{7761254D-DD61-49D9-8355-2F4D90770132}" destId="{2724B97C-C0DE-4EE0-89B0-3A6D90D0A117}" srcOrd="0" destOrd="0" presId="urn:microsoft.com/office/officeart/2005/8/layout/orgChart1"/>
    <dgm:cxn modelId="{672FC316-7AE6-473E-82E3-3BBA98261FAE}" type="presOf" srcId="{2EEDB718-7A77-499B-9617-7A5E1E2A01FB}" destId="{9E47AA76-B70F-4B05-ACF9-7BCBC6A42603}" srcOrd="0" destOrd="0" presId="urn:microsoft.com/office/officeart/2005/8/layout/orgChart1"/>
    <dgm:cxn modelId="{D1EEA61A-15DB-45A6-B35D-6F4E0C3D6B79}" type="presOf" srcId="{A87DE630-9C84-481C-8CC3-334C4B9CF23E}" destId="{17DFE680-CA96-4D95-8B47-7E6D5D4136AB}" srcOrd="1" destOrd="0" presId="urn:microsoft.com/office/officeart/2005/8/layout/orgChart1"/>
    <dgm:cxn modelId="{A7AC761B-0B01-4B56-B364-CBA170F034FD}" srcId="{FE7BF99B-64AA-489B-B5A5-21CBA99DCB32}" destId="{D8150641-092D-4170-BAA7-FAA69693327C}" srcOrd="0" destOrd="0" parTransId="{6B961669-DA37-4087-8422-7D44E6B7CF77}" sibTransId="{C73CCE2C-7FD3-4973-A6C9-947327128AA3}"/>
    <dgm:cxn modelId="{5457F71C-E413-433E-B807-D4201747175F}" type="presOf" srcId="{77F580D7-B84C-4B80-B472-6FEDE500B8CF}" destId="{ACA8A37F-658E-4BC3-B4C9-CBBCA959F43B}" srcOrd="0" destOrd="0" presId="urn:microsoft.com/office/officeart/2005/8/layout/orgChart1"/>
    <dgm:cxn modelId="{DEB4801E-938F-4A0F-95D0-76137B8A14F6}" type="presOf" srcId="{9A285F48-DA36-4D48-BC17-91EB2331F477}" destId="{60EBEB46-053F-4E68-96B5-51D4DE2B504A}" srcOrd="0" destOrd="0" presId="urn:microsoft.com/office/officeart/2005/8/layout/orgChart1"/>
    <dgm:cxn modelId="{E69AC622-731D-436A-90B8-858A4CD72866}" type="presOf" srcId="{50012AA4-B2C3-4E7E-885C-5E4B7E413A56}" destId="{50AAC6D7-2853-417E-95AE-67C15DD7A125}" srcOrd="0" destOrd="0" presId="urn:microsoft.com/office/officeart/2005/8/layout/orgChart1"/>
    <dgm:cxn modelId="{9FFA2724-E3F3-4EC9-96C3-49C6CE25C289}" srcId="{B0179103-A08B-41DA-896E-B2954A5DCD16}" destId="{10B1B489-B908-4C88-BE1A-91422A199138}" srcOrd="0" destOrd="0" parTransId="{77F580D7-B84C-4B80-B472-6FEDE500B8CF}" sibTransId="{C41A6BA8-1441-4122-BCBA-72E5218B1247}"/>
    <dgm:cxn modelId="{ACCB4325-3680-4789-8C94-EF8E2E1CCA8A}" type="presOf" srcId="{4B3839A7-0E69-45FE-9783-74632CC83A62}" destId="{BA2C1E35-C01D-4A84-8EBA-AC2BE1DA171D}" srcOrd="1" destOrd="0" presId="urn:microsoft.com/office/officeart/2005/8/layout/orgChart1"/>
    <dgm:cxn modelId="{EA877425-6C3A-4003-B560-BC3ACA1C78E0}" type="presOf" srcId="{45314C34-50AF-4E4D-ADBB-0DF08B051943}" destId="{226AE8C5-5454-4215-9A90-8F74A2E08AD6}" srcOrd="0" destOrd="0" presId="urn:microsoft.com/office/officeart/2005/8/layout/orgChart1"/>
    <dgm:cxn modelId="{7A3AC625-9902-4F3D-B6B0-723828227040}" type="presOf" srcId="{B0179103-A08B-41DA-896E-B2954A5DCD16}" destId="{8FAAD760-3A9C-4468-9F75-383D6DB7D80E}" srcOrd="1" destOrd="0" presId="urn:microsoft.com/office/officeart/2005/8/layout/orgChart1"/>
    <dgm:cxn modelId="{83583A26-6383-4C7C-BE5A-CC898B659767}" type="presOf" srcId="{FE7BF99B-64AA-489B-B5A5-21CBA99DCB32}" destId="{9223FF4C-8401-4065-B0BA-1B5F6E820176}" srcOrd="1" destOrd="0" presId="urn:microsoft.com/office/officeart/2005/8/layout/orgChart1"/>
    <dgm:cxn modelId="{97752328-4B3E-49DA-BB15-7F326454309E}" type="presOf" srcId="{7A94CE57-D4AB-478A-8737-D32C147E06B6}" destId="{4519225B-9AC2-40ED-AC4D-54714B1C5451}" srcOrd="0" destOrd="0" presId="urn:microsoft.com/office/officeart/2005/8/layout/orgChart1"/>
    <dgm:cxn modelId="{A3A0342A-37D0-4C45-9370-04A5C687654C}" type="presOf" srcId="{195F78BE-D15A-42CB-80C4-3359E8C998B7}" destId="{3EB16C11-9F91-4E89-ADEC-C3EACEC6998C}" srcOrd="0" destOrd="0" presId="urn:microsoft.com/office/officeart/2005/8/layout/orgChart1"/>
    <dgm:cxn modelId="{9268182B-B3BA-41EF-B866-2DAF8D857E3D}" type="presOf" srcId="{518DCB44-D039-4C63-A297-8013E51E6765}" destId="{BF9DEEA7-84ED-40D5-8574-99AB2E12F071}" srcOrd="0" destOrd="0" presId="urn:microsoft.com/office/officeart/2005/8/layout/orgChart1"/>
    <dgm:cxn modelId="{4A80162E-6BF5-4096-A8F4-83F4B38C73EE}" type="presOf" srcId="{F79D388F-8CC6-49AC-A771-E6606663BEA4}" destId="{68D9B8B5-2621-409A-A672-FA914FA3ED7E}" srcOrd="1" destOrd="0" presId="urn:microsoft.com/office/officeart/2005/8/layout/orgChart1"/>
    <dgm:cxn modelId="{B29DAA2E-08D0-48EB-A7C2-37EB9632F77C}" type="presOf" srcId="{16272A12-AE56-4ED3-990D-8896F0D49BBD}" destId="{67E95EC5-C29D-4C0F-A5D1-2445F7C5281C}" srcOrd="0" destOrd="0" presId="urn:microsoft.com/office/officeart/2005/8/layout/orgChart1"/>
    <dgm:cxn modelId="{5697642F-2268-4CE1-95E9-70C9182C594A}" type="presOf" srcId="{1241CA5A-B06A-46EF-B6AF-FF0B5DD0AA71}" destId="{49D644F0-FC58-410E-9B36-67AA6B6D63BE}" srcOrd="0" destOrd="0" presId="urn:microsoft.com/office/officeart/2005/8/layout/orgChart1"/>
    <dgm:cxn modelId="{9350BB2F-924D-44D5-AB58-B32FEC3C50F6}" srcId="{FE7BF99B-64AA-489B-B5A5-21CBA99DCB32}" destId="{E92B6168-4783-4862-B9A3-9B857700BA0E}" srcOrd="1" destOrd="0" parTransId="{50012AA4-B2C3-4E7E-885C-5E4B7E413A56}" sibTransId="{FF0772A2-1DB7-4256-B845-84C5A1FACF13}"/>
    <dgm:cxn modelId="{24162D30-EC15-4D44-AF57-8417E41B0FE5}" type="presOf" srcId="{71481DE0-048B-4B16-81C4-BB313FE1B6D7}" destId="{B4AF2B97-B309-4A1F-8FC1-B399053E8EE8}" srcOrd="0" destOrd="0" presId="urn:microsoft.com/office/officeart/2005/8/layout/orgChart1"/>
    <dgm:cxn modelId="{A032D931-F3FA-4C6C-85DD-D0E02843ED13}" type="presOf" srcId="{FAE56C9D-67FF-435E-9639-B8966DD22073}" destId="{4CDA9C31-889E-4694-963F-F8DEC6A7897A}" srcOrd="0" destOrd="0" presId="urn:microsoft.com/office/officeart/2005/8/layout/orgChart1"/>
    <dgm:cxn modelId="{1DADEB31-AA89-4176-914E-7F55E2C5AAEF}" type="presOf" srcId="{5B98B468-026A-4D98-AD54-107310318E48}" destId="{979F578C-CE1A-47A6-904B-388276A82AE8}" srcOrd="0" destOrd="0" presId="urn:microsoft.com/office/officeart/2005/8/layout/orgChart1"/>
    <dgm:cxn modelId="{B1286032-36AC-47F4-8E39-93C3AFD10C3E}" type="presOf" srcId="{EC5E7552-C75F-45F1-8D33-3F58DB0908C2}" destId="{F5A62C5B-DC75-442D-BC0B-94EA72C2BCEC}" srcOrd="0" destOrd="0" presId="urn:microsoft.com/office/officeart/2005/8/layout/orgChart1"/>
    <dgm:cxn modelId="{4961BE34-CFF9-493B-A535-158081E988D5}" type="presOf" srcId="{0EC34A80-0518-482B-8F1F-C8843BD2582E}" destId="{C6B42B28-D3FE-4FC3-B0FA-77DB8970F400}" srcOrd="0" destOrd="0" presId="urn:microsoft.com/office/officeart/2005/8/layout/orgChart1"/>
    <dgm:cxn modelId="{867D3235-66CE-4B6F-87B7-35C07B002EBE}" type="presOf" srcId="{E92B6168-4783-4862-B9A3-9B857700BA0E}" destId="{9622E771-9DA7-4627-A1C6-7956AD9740C6}" srcOrd="1" destOrd="0" presId="urn:microsoft.com/office/officeart/2005/8/layout/orgChart1"/>
    <dgm:cxn modelId="{6FAC2A36-8FC2-4DFC-9D93-5D9E51B03BEF}" type="presOf" srcId="{48CE1B41-6D81-43AB-9CC3-C68140C6E03F}" destId="{F1CDAA44-40BE-4114-8C23-588F236CE92B}" srcOrd="0" destOrd="0" presId="urn:microsoft.com/office/officeart/2005/8/layout/orgChart1"/>
    <dgm:cxn modelId="{774A2737-A9A7-4746-8ADC-D4C315E293C2}" srcId="{F79D388F-8CC6-49AC-A771-E6606663BEA4}" destId="{737AF870-C697-404B-B48B-55E29BCAA2CA}" srcOrd="0" destOrd="0" parTransId="{518DCB44-D039-4C63-A297-8013E51E6765}" sibTransId="{BA811DB4-A898-4C69-A964-2137CD49168B}"/>
    <dgm:cxn modelId="{2961A03B-0062-4783-B45B-7B9BA281F096}" type="presOf" srcId="{364A14DD-4A6B-490F-966D-11A566A8DE1A}" destId="{FB20BA37-7E2F-428B-96C5-A04730481341}" srcOrd="0" destOrd="0" presId="urn:microsoft.com/office/officeart/2005/8/layout/orgChart1"/>
    <dgm:cxn modelId="{D7066B3D-40DA-44A3-A748-0FDEC6008431}" srcId="{FE7BF99B-64AA-489B-B5A5-21CBA99DCB32}" destId="{9CFB8803-99F4-474A-A9BA-815E5AA182BF}" srcOrd="2" destOrd="0" parTransId="{1A801451-5B83-46B4-94E9-E06047A30EC6}" sibTransId="{697AFAEC-E238-48C7-9A86-7FAE75560B1E}"/>
    <dgm:cxn modelId="{F81C313F-3922-41BB-BEA7-93042531D6C3}" type="presOf" srcId="{DB79B1FA-C98B-4980-9249-5E72614CC6EC}" destId="{3375E259-8092-4459-A1EB-D5BB21632999}" srcOrd="0" destOrd="0" presId="urn:microsoft.com/office/officeart/2005/8/layout/orgChart1"/>
    <dgm:cxn modelId="{45C87A3F-F697-42D3-A09C-4AEA3A6789E6}" type="presOf" srcId="{D8150641-092D-4170-BAA7-FAA69693327C}" destId="{D1F904A5-7A67-4D60-9FC2-BA61F8D82321}" srcOrd="0" destOrd="0" presId="urn:microsoft.com/office/officeart/2005/8/layout/orgChart1"/>
    <dgm:cxn modelId="{16722940-1628-4057-85DF-425C18CF177F}" type="presOf" srcId="{339A4568-38CA-40E6-ADBA-E8B48DDF8DE0}" destId="{AC17AFF3-E6E9-4222-ACE4-99D8F25BBB37}" srcOrd="1" destOrd="0" presId="urn:microsoft.com/office/officeart/2005/8/layout/orgChart1"/>
    <dgm:cxn modelId="{DCD5D65C-4720-4D37-B948-DFBEFC92E2B6}" type="presOf" srcId="{06387FE8-726E-44E3-9F9F-56D7629E314F}" destId="{482C4F34-B96D-4BF5-96B3-11288FD34ED9}" srcOrd="0" destOrd="0" presId="urn:microsoft.com/office/officeart/2005/8/layout/orgChart1"/>
    <dgm:cxn modelId="{7EAB575D-9E7C-46B5-88E9-FF9F860D0AE5}" type="presOf" srcId="{45314C34-50AF-4E4D-ADBB-0DF08B051943}" destId="{CDB793E0-B758-4B31-AD2E-059FEC99A6D7}" srcOrd="1" destOrd="0" presId="urn:microsoft.com/office/officeart/2005/8/layout/orgChart1"/>
    <dgm:cxn modelId="{B3F7995E-4D2C-4F0B-A2CC-AAA17343DDB1}" srcId="{0863B548-44C4-4F7E-9934-4C9B742B0E6C}" destId="{A65DD454-32A9-4012-8993-96048372BF11}" srcOrd="2" destOrd="0" parTransId="{5E5E7C6C-111D-4DBD-A8A5-2CEBA5F6DD15}" sibTransId="{80FA4FE5-4A88-43B9-9EC4-B83013C79F46}"/>
    <dgm:cxn modelId="{3F8BFE5F-8B6A-4FF1-AE18-7323D0C0133B}" srcId="{F79D388F-8CC6-49AC-A771-E6606663BEA4}" destId="{2EEDB718-7A77-499B-9617-7A5E1E2A01FB}" srcOrd="2" destOrd="0" parTransId="{14BBB94F-DB80-4342-9161-3249C065525E}" sibTransId="{484E099B-5785-4C10-A035-7A434AB941E4}"/>
    <dgm:cxn modelId="{1D7BC960-4E03-4CFB-9D54-DAA7A8F94862}" type="presOf" srcId="{0060A5AA-C100-4893-8AC9-A4AC21A02B5F}" destId="{5E4632EF-D161-47D1-BF6C-EDA74B7C09ED}" srcOrd="0" destOrd="0" presId="urn:microsoft.com/office/officeart/2005/8/layout/orgChart1"/>
    <dgm:cxn modelId="{2C4E0141-0FC1-4890-96BA-5D4E73A6DA77}" type="presOf" srcId="{E5D80EAF-6AD1-4CDE-977F-AE2628319612}" destId="{44C80BD4-1D9F-4693-B2EA-ABE16207FC5E}" srcOrd="0" destOrd="0" presId="urn:microsoft.com/office/officeart/2005/8/layout/orgChart1"/>
    <dgm:cxn modelId="{8AD13042-CF52-4B04-9B07-926783B13BE3}" type="presOf" srcId="{DDDFD064-9FC4-40CE-935B-ED4A52DA34CD}" destId="{CE754077-9FFD-4C3E-BC39-1AEAEAEB30C3}" srcOrd="1" destOrd="0" presId="urn:microsoft.com/office/officeart/2005/8/layout/orgChart1"/>
    <dgm:cxn modelId="{0ACA6F44-B31C-43D2-B1E4-1EDEF6FCE8DD}" type="presOf" srcId="{DDDFD064-9FC4-40CE-935B-ED4A52DA34CD}" destId="{A48C6B72-74BC-4944-B9AF-095609E490A8}" srcOrd="0" destOrd="0" presId="urn:microsoft.com/office/officeart/2005/8/layout/orgChart1"/>
    <dgm:cxn modelId="{578CDF64-002E-46AF-87EA-E42ACEFB3237}" type="presOf" srcId="{85028570-B456-452C-BC1C-444F5691A29F}" destId="{5FA1B055-C616-49BB-AC55-9A6AD9F32827}" srcOrd="0" destOrd="0" presId="urn:microsoft.com/office/officeart/2005/8/layout/orgChart1"/>
    <dgm:cxn modelId="{1F500C65-1572-43BC-A216-1CCC9BEA2CDB}" type="presOf" srcId="{1A801451-5B83-46B4-94E9-E06047A30EC6}" destId="{E2ED1211-E956-493B-9A35-619B982AFCCD}" srcOrd="0" destOrd="0" presId="urn:microsoft.com/office/officeart/2005/8/layout/orgChart1"/>
    <dgm:cxn modelId="{AD174165-F178-40D4-80E3-85D87F40E549}" type="presOf" srcId="{E92B6168-4783-4862-B9A3-9B857700BA0E}" destId="{D335674D-B8B0-4900-A11A-E0F70EC46E9B}" srcOrd="0" destOrd="0" presId="urn:microsoft.com/office/officeart/2005/8/layout/orgChart1"/>
    <dgm:cxn modelId="{9D4A1166-2A08-4D69-85FD-25CDB5F669B3}" type="presOf" srcId="{5B98B468-026A-4D98-AD54-107310318E48}" destId="{F7FE0C91-27B9-4C13-9891-1A8880F65F80}" srcOrd="1" destOrd="0" presId="urn:microsoft.com/office/officeart/2005/8/layout/orgChart1"/>
    <dgm:cxn modelId="{CAF91B46-5235-4D71-A7DA-66053336A463}" srcId="{D5FD129F-9AD9-4573-A90E-F37FB6B93DFE}" destId="{DDDFD064-9FC4-40CE-935B-ED4A52DA34CD}" srcOrd="0" destOrd="0" parTransId="{195F78BE-D15A-42CB-80C4-3359E8C998B7}" sibTransId="{42CE30C5-1A14-4F9D-8C24-0BC088210040}"/>
    <dgm:cxn modelId="{A3AA2F66-DAC9-4236-A839-A7E68B4375C0}" type="presOf" srcId="{94CB3981-7FA1-4A64-8E02-9CAB98322BE8}" destId="{17FDBDA1-4030-46D0-BDAB-13BEC48B219D}" srcOrd="0" destOrd="0" presId="urn:microsoft.com/office/officeart/2005/8/layout/orgChart1"/>
    <dgm:cxn modelId="{1D97C967-604F-42C6-9DE8-E334269D4601}" srcId="{FE7BF99B-64AA-489B-B5A5-21CBA99DCB32}" destId="{17E8EDD2-C2E9-4009-900B-AEEB5862ECD8}" srcOrd="3" destOrd="0" parTransId="{94CB3981-7FA1-4A64-8E02-9CAB98322BE8}" sibTransId="{2313C51B-7583-4952-ABD2-A9E7821584B3}"/>
    <dgm:cxn modelId="{D8B20248-A56A-4839-8CE3-2BB784266336}" srcId="{10B1B489-B908-4C88-BE1A-91422A199138}" destId="{664D99A3-4533-4987-8321-A872C5566B3E}" srcOrd="1" destOrd="0" parTransId="{4857697D-0489-40CA-8CA2-EBEE872EDCFE}" sibTransId="{B9072A39-7803-4951-8728-30816BF9BDAF}"/>
    <dgm:cxn modelId="{6F403B49-FE60-4E5E-AFE3-2C451EFA1E56}" type="presOf" srcId="{2EEDB718-7A77-499B-9617-7A5E1E2A01FB}" destId="{316E5156-7567-460F-A719-72FD35E720B6}" srcOrd="1" destOrd="0" presId="urn:microsoft.com/office/officeart/2005/8/layout/orgChart1"/>
    <dgm:cxn modelId="{56B85A6A-15F5-4DAB-807A-E5942B89D5E6}" srcId="{F79D388F-8CC6-49AC-A771-E6606663BEA4}" destId="{1241CA5A-B06A-46EF-B6AF-FF0B5DD0AA71}" srcOrd="1" destOrd="0" parTransId="{DFA898EA-141D-4E49-B86C-CF22C24BD38A}" sibTransId="{7DDD8312-110C-4C43-8269-19EC67EA11E8}"/>
    <dgm:cxn modelId="{31ED916A-E083-41C7-8B38-16EA2E00D3E7}" type="presOf" srcId="{445CACC8-A824-4EAE-84F4-275A71950542}" destId="{76CEA3A1-1373-4CAD-B9E2-0DF031E849DD}" srcOrd="0" destOrd="0" presId="urn:microsoft.com/office/officeart/2005/8/layout/orgChart1"/>
    <dgm:cxn modelId="{1FE4246D-6964-4A3E-B065-52330A16D76F}" type="presOf" srcId="{E91BE792-11CC-4161-9328-4794A209FB7F}" destId="{00ADBAA0-09B4-4C14-92E8-0EE935246621}" srcOrd="0" destOrd="0" presId="urn:microsoft.com/office/officeart/2005/8/layout/orgChart1"/>
    <dgm:cxn modelId="{C0CAF66D-844E-409E-98BE-A3589938720A}" srcId="{B0179103-A08B-41DA-896E-B2954A5DCD16}" destId="{F79D388F-8CC6-49AC-A771-E6606663BEA4}" srcOrd="1" destOrd="0" parTransId="{EC5E7552-C75F-45F1-8D33-3F58DB0908C2}" sibTransId="{9F4778A6-1B93-4439-A30E-C2E39DBB5D7E}"/>
    <dgm:cxn modelId="{2862CB4E-3F2E-4CE7-A995-048D6E82B8BB}" type="presOf" srcId="{D261169D-B717-4A25-AEE3-6C32CDE4D06F}" destId="{3250FE48-4AF9-4432-96A5-EA222C40E946}" srcOrd="0" destOrd="0" presId="urn:microsoft.com/office/officeart/2005/8/layout/orgChart1"/>
    <dgm:cxn modelId="{50DBE34E-B130-425D-975F-E9C16863EDF8}" type="presOf" srcId="{6B961669-DA37-4087-8422-7D44E6B7CF77}" destId="{B42FF04F-E8AA-47EA-B632-61335193E0B2}" srcOrd="0" destOrd="0" presId="urn:microsoft.com/office/officeart/2005/8/layout/orgChart1"/>
    <dgm:cxn modelId="{80A07370-7553-480C-9EE2-91D7A3B95119}" type="presOf" srcId="{C3F75794-809C-4D84-B95B-66B35EE8ABF5}" destId="{E8FA7B97-FCE0-456E-80ED-4BC117A6EE67}" srcOrd="0" destOrd="0" presId="urn:microsoft.com/office/officeart/2005/8/layout/orgChart1"/>
    <dgm:cxn modelId="{B7B6CB51-A63A-4E4B-B542-78246771D8A8}" type="presOf" srcId="{B9B67C6D-9366-41CC-8BDA-B22257154147}" destId="{AB27DD26-36BE-4D32-A9E4-E985C4BF312D}" srcOrd="0" destOrd="0" presId="urn:microsoft.com/office/officeart/2005/8/layout/orgChart1"/>
    <dgm:cxn modelId="{D7E22752-9831-4FA0-A3C9-20D01FCB67BB}" type="presOf" srcId="{9754DE41-A526-47AA-826D-4B77511EC9F4}" destId="{E03566C5-0157-4DC4-9FD2-C805CCF66ABE}" srcOrd="0" destOrd="0" presId="urn:microsoft.com/office/officeart/2005/8/layout/orgChart1"/>
    <dgm:cxn modelId="{9D83AF52-7D1E-4D33-9131-7801BB2C4BEA}" type="presOf" srcId="{D9AE917C-6706-48A1-B599-1317A8B80A8E}" destId="{5E701C38-AB88-4B0F-AF63-7274AD7EDC3B}" srcOrd="0" destOrd="0" presId="urn:microsoft.com/office/officeart/2005/8/layout/orgChart1"/>
    <dgm:cxn modelId="{5790E153-29DB-4FA0-B0CB-E6589A7FF11F}" type="presOf" srcId="{B107F2C4-970C-4BA6-B6F7-348E34272D09}" destId="{832C4666-AC2D-4F4C-8992-57BF09C63EC5}" srcOrd="1" destOrd="0" presId="urn:microsoft.com/office/officeart/2005/8/layout/orgChart1"/>
    <dgm:cxn modelId="{0CFC7354-DDC0-4F6A-997D-3CBD9336EA19}" type="presOf" srcId="{D8150641-092D-4170-BAA7-FAA69693327C}" destId="{C6BB6561-2EE0-451D-AB3D-04C58CBD83AE}" srcOrd="1" destOrd="0" presId="urn:microsoft.com/office/officeart/2005/8/layout/orgChart1"/>
    <dgm:cxn modelId="{4DE2C075-0324-4B85-9220-9BBFF5F0D6C0}" srcId="{D5FD129F-9AD9-4573-A90E-F37FB6B93DFE}" destId="{32C8101B-C330-498E-8953-5ABDAB57CAB3}" srcOrd="1" destOrd="0" parTransId="{9464F664-CF40-4FCD-9589-91B0C2A4AB58}" sibTransId="{848FDFF4-30B0-4998-A5C4-B5A17408F729}"/>
    <dgm:cxn modelId="{7B369776-CD59-4C69-882B-6A21AD119B0B}" type="presOf" srcId="{364A14DD-4A6B-490F-966D-11A566A8DE1A}" destId="{D1512C44-7D67-4F26-839A-EBCC0F32E62D}" srcOrd="1" destOrd="0" presId="urn:microsoft.com/office/officeart/2005/8/layout/orgChart1"/>
    <dgm:cxn modelId="{0146A356-4737-48D5-A303-E021C4D72C4B}" type="presOf" srcId="{30591FD8-D9D6-4881-B66D-35231C80B82E}" destId="{37ED5963-9FF3-4CAC-8AB2-3288C23E42B4}" srcOrd="1" destOrd="0" presId="urn:microsoft.com/office/officeart/2005/8/layout/orgChart1"/>
    <dgm:cxn modelId="{6B5E2F58-B6DB-47A2-864E-937BDA82D787}" type="presOf" srcId="{B0179103-A08B-41DA-896E-B2954A5DCD16}" destId="{88AB5A00-04E8-4BD0-9639-CE3721A8EE76}" srcOrd="0" destOrd="0" presId="urn:microsoft.com/office/officeart/2005/8/layout/orgChart1"/>
    <dgm:cxn modelId="{3FF62179-353B-4052-B433-A6B9B27C17C6}" srcId="{0863B548-44C4-4F7E-9934-4C9B742B0E6C}" destId="{DB79B1FA-C98B-4980-9249-5E72614CC6EC}" srcOrd="3" destOrd="0" parTransId="{012ECCA4-BCA8-4D11-9340-945B551C9E0C}" sibTransId="{3ABD178A-BC72-4623-A40F-B7B8D076F1EA}"/>
    <dgm:cxn modelId="{1C91B559-D33A-4695-A096-5E49902736EE}" type="presOf" srcId="{A21BE807-4B11-4EAE-8160-7BD581E1AF36}" destId="{9C1F261E-57CF-49F4-A6C8-D7C113773636}" srcOrd="0" destOrd="0" presId="urn:microsoft.com/office/officeart/2005/8/layout/orgChart1"/>
    <dgm:cxn modelId="{4DF2C579-1D02-44FE-9DE5-66E92CC15697}" type="presOf" srcId="{69F3C3E3-8AC7-42EE-ADFB-74B43367E889}" destId="{02477A29-E300-4A54-B485-3F3D9A87C9CF}" srcOrd="0" destOrd="0" presId="urn:microsoft.com/office/officeart/2005/8/layout/orgChart1"/>
    <dgm:cxn modelId="{70D69B5A-8D87-4AC7-927B-502A896E3C5F}" type="presOf" srcId="{9CFB8803-99F4-474A-A9BA-815E5AA182BF}" destId="{3C731B71-2E0B-463A-8563-0843CFE1C1E5}" srcOrd="0" destOrd="0" presId="urn:microsoft.com/office/officeart/2005/8/layout/orgChart1"/>
    <dgm:cxn modelId="{A632A87A-A893-4186-B03B-18BF46642931}" srcId="{FE7BF99B-64AA-489B-B5A5-21CBA99DCB32}" destId="{A87DE630-9C84-481C-8CC3-334C4B9CF23E}" srcOrd="5" destOrd="0" parTransId="{E91BE792-11CC-4161-9328-4794A209FB7F}" sibTransId="{8DB16B51-00B0-4BE9-9D14-D0ABCF16D59A}"/>
    <dgm:cxn modelId="{93FE927C-FEEA-4733-8B46-73FB0C548E66}" type="presOf" srcId="{16272A12-AE56-4ED3-990D-8896F0D49BBD}" destId="{DFD9F846-B271-4F47-872C-95743A511572}" srcOrd="1" destOrd="0" presId="urn:microsoft.com/office/officeart/2005/8/layout/orgChart1"/>
    <dgm:cxn modelId="{DC45F67C-22F5-4864-B403-1410806CED6A}" type="presOf" srcId="{BB1358E8-7B1F-4C82-A9FF-1F052DE7194A}" destId="{7B513690-A202-4E75-BCA9-94C9AF02072A}" srcOrd="0" destOrd="0" presId="urn:microsoft.com/office/officeart/2005/8/layout/orgChart1"/>
    <dgm:cxn modelId="{71FC367D-01F6-4735-AB88-1D4AEB781FC0}" type="presOf" srcId="{10B1B489-B908-4C88-BE1A-91422A199138}" destId="{3A4DAC50-0DA8-4436-A909-CD546E3FCEC0}" srcOrd="1" destOrd="0" presId="urn:microsoft.com/office/officeart/2005/8/layout/orgChart1"/>
    <dgm:cxn modelId="{0D09947F-0494-457F-9150-A3D60C468451}" srcId="{B0179103-A08B-41DA-896E-B2954A5DCD16}" destId="{FE7BF99B-64AA-489B-B5A5-21CBA99DCB32}" srcOrd="3" destOrd="0" parTransId="{585D9553-1B71-454F-9B62-974944746A49}" sibTransId="{02003A1D-2D51-478E-A88D-C46EB988934C}"/>
    <dgm:cxn modelId="{A9D32484-1989-487A-95DA-5776C7361D05}" type="presOf" srcId="{9464F664-CF40-4FCD-9589-91B0C2A4AB58}" destId="{39023024-EB84-401E-9B3D-50547572A1E1}" srcOrd="0" destOrd="0" presId="urn:microsoft.com/office/officeart/2005/8/layout/orgChart1"/>
    <dgm:cxn modelId="{93ACCB84-1D4F-48A4-B3BE-8BAE6D8B0402}" type="presOf" srcId="{A65DD454-32A9-4012-8993-96048372BF11}" destId="{DD70CFD5-74F0-42BF-A913-372CF4C881B7}" srcOrd="0" destOrd="0" presId="urn:microsoft.com/office/officeart/2005/8/layout/orgChart1"/>
    <dgm:cxn modelId="{DEA26E86-A401-4DA5-AA4A-8F7FDFB98145}" type="presOf" srcId="{9CFB8803-99F4-474A-A9BA-815E5AA182BF}" destId="{346ED9C8-917D-4614-A4EE-0C58DB07F82C}" srcOrd="1" destOrd="0" presId="urn:microsoft.com/office/officeart/2005/8/layout/orgChart1"/>
    <dgm:cxn modelId="{F5EFF68C-3FBF-4022-86AA-E6417B6139F4}" type="presOf" srcId="{7761254D-DD61-49D9-8355-2F4D90770132}" destId="{AFF839F4-8A43-4915-8E71-7DE172FE5E33}" srcOrd="1" destOrd="0" presId="urn:microsoft.com/office/officeart/2005/8/layout/orgChart1"/>
    <dgm:cxn modelId="{8717998E-8D1F-4C16-BAE6-5A5E41ABC257}" type="presOf" srcId="{7E75F855-998C-4F7C-A678-6B784793A0A8}" destId="{0092CD2B-7670-4286-92A1-1BB207337E1E}" srcOrd="0" destOrd="0" presId="urn:microsoft.com/office/officeart/2005/8/layout/orgChart1"/>
    <dgm:cxn modelId="{FCF53995-3193-46B6-A289-699F58C6EA2B}" type="presOf" srcId="{14BBB94F-DB80-4342-9161-3249C065525E}" destId="{94B23A28-C423-446B-A87C-CCDE44CACB33}" srcOrd="0" destOrd="0" presId="urn:microsoft.com/office/officeart/2005/8/layout/orgChart1"/>
    <dgm:cxn modelId="{FB267495-61AF-4E9C-AC21-22582241CE07}" type="presOf" srcId="{27712864-AD79-443E-A8FC-667C60B7496D}" destId="{D1527B10-C9F2-4104-88FD-7DC253B12504}" srcOrd="1" destOrd="0" presId="urn:microsoft.com/office/officeart/2005/8/layout/orgChart1"/>
    <dgm:cxn modelId="{5ABDAC96-6DBA-49F3-BEBD-CDF7C1EAA115}" srcId="{B0179103-A08B-41DA-896E-B2954A5DCD16}" destId="{A21BE807-4B11-4EAE-8160-7BD581E1AF36}" srcOrd="6" destOrd="0" parTransId="{D9AE917C-6706-48A1-B599-1317A8B80A8E}" sibTransId="{3B0CDFE6-8EAF-4490-AE24-600B26119903}"/>
    <dgm:cxn modelId="{0ADB3997-AC4B-4C63-9F4C-150732F281F5}" type="presOf" srcId="{664D99A3-4533-4987-8321-A872C5566B3E}" destId="{7F9E45BC-38F4-4F11-A34F-550D42EA4423}" srcOrd="0" destOrd="0" presId="urn:microsoft.com/office/officeart/2005/8/layout/orgChart1"/>
    <dgm:cxn modelId="{AE78D299-1A45-4CBF-A6DA-5E122FD2389E}" type="presOf" srcId="{DFA898EA-141D-4E49-B86C-CF22C24BD38A}" destId="{5BB56FEC-EFD4-46F0-BDD5-91183DC3E0C8}" srcOrd="0" destOrd="0" presId="urn:microsoft.com/office/officeart/2005/8/layout/orgChart1"/>
    <dgm:cxn modelId="{23FC199C-54ED-4FD0-9A5C-EB67F16173BB}" type="presOf" srcId="{012ECCA4-BCA8-4D11-9340-945B551C9E0C}" destId="{171941B8-80D9-401F-9322-38A5C3849588}" srcOrd="0" destOrd="0" presId="urn:microsoft.com/office/officeart/2005/8/layout/orgChart1"/>
    <dgm:cxn modelId="{899EAC9E-482F-4636-8491-56C9A9B00B8F}" type="presOf" srcId="{32C8101B-C330-498E-8953-5ABDAB57CAB3}" destId="{429FC68E-133D-49E8-8DE1-762F3A25175E}" srcOrd="0" destOrd="0" presId="urn:microsoft.com/office/officeart/2005/8/layout/orgChart1"/>
    <dgm:cxn modelId="{C66253A0-F999-4809-89B6-BF5998C5C631}" type="presOf" srcId="{BA6F5FF4-A1A3-4AD3-95DC-B34C41B91E4A}" destId="{8F96E45E-3B9C-4489-B47F-B47BE8BF7813}" srcOrd="1" destOrd="0" presId="urn:microsoft.com/office/officeart/2005/8/layout/orgChart1"/>
    <dgm:cxn modelId="{3626C5A1-04B3-4CB8-B0B2-95B60AE3407C}" type="presOf" srcId="{DB2A3CAD-29D2-4CC9-8A28-F69DAF6C7AEF}" destId="{6E6E9F20-CA5E-4025-BC61-17F435D7C569}" srcOrd="0" destOrd="0" presId="urn:microsoft.com/office/officeart/2005/8/layout/orgChart1"/>
    <dgm:cxn modelId="{84F4B8A3-6E24-47E9-9821-34C58B325C44}" type="presOf" srcId="{0863B548-44C4-4F7E-9934-4C9B742B0E6C}" destId="{2BD715BF-FC98-4B79-B8C2-199FA5ACA047}" srcOrd="1" destOrd="0" presId="urn:microsoft.com/office/officeart/2005/8/layout/orgChart1"/>
    <dgm:cxn modelId="{9E5DF4A4-616A-4C9B-8DC3-B5E2D96724A6}" type="presOf" srcId="{585D9553-1B71-454F-9B62-974944746A49}" destId="{3EFA68F5-E66E-40A9-BDA1-25514140C068}" srcOrd="0" destOrd="0" presId="urn:microsoft.com/office/officeart/2005/8/layout/orgChart1"/>
    <dgm:cxn modelId="{3E0C34A5-0215-4C74-AAC0-E724D5607DFB}" type="presOf" srcId="{B107F2C4-970C-4BA6-B6F7-348E34272D09}" destId="{181DD9C3-4B40-468E-907D-51979967C8ED}" srcOrd="0" destOrd="0" presId="urn:microsoft.com/office/officeart/2005/8/layout/orgChart1"/>
    <dgm:cxn modelId="{B0D38CA5-027F-42A5-B6B5-AAF1B1C48022}" srcId="{A21BE807-4B11-4EAE-8160-7BD581E1AF36}" destId="{5B98B468-026A-4D98-AD54-107310318E48}" srcOrd="2" destOrd="0" parTransId="{E5D80EAF-6AD1-4CDE-977F-AE2628319612}" sibTransId="{C3703D6E-59A6-4C5F-A2BB-B3207F8766E0}"/>
    <dgm:cxn modelId="{0CE537A7-9241-45F5-AAA8-F0D935A3C25B}" type="presOf" srcId="{48CE1B41-6D81-43AB-9CC3-C68140C6E03F}" destId="{363BA6F8-D0BB-4598-B805-4C06CA997CC7}" srcOrd="1" destOrd="0" presId="urn:microsoft.com/office/officeart/2005/8/layout/orgChart1"/>
    <dgm:cxn modelId="{3C1E6CA8-6350-43F7-87BB-7DED17E41EAB}" type="presOf" srcId="{32C8101B-C330-498E-8953-5ABDAB57CAB3}" destId="{18E6064E-89B8-4CE4-A92D-E196CF82A2EC}" srcOrd="1" destOrd="0" presId="urn:microsoft.com/office/officeart/2005/8/layout/orgChart1"/>
    <dgm:cxn modelId="{8B76D1A9-35FA-4E49-B294-E4EF3018CCBE}" srcId="{10B1B489-B908-4C88-BE1A-91422A199138}" destId="{B55F1581-9FB1-45DB-AABE-5D5E291275CC}" srcOrd="0" destOrd="0" parTransId="{E0D43B58-8532-4829-A449-E17C14D2066D}" sibTransId="{9C68B411-BED0-4842-BA91-E94E7FA2B600}"/>
    <dgm:cxn modelId="{E61627AA-7288-4A05-916D-13FBF009B946}" type="presOf" srcId="{89DF5685-46FC-4281-B5E7-4088E871D9E2}" destId="{98CCB74D-5658-4B76-8B43-B500764A36B7}" srcOrd="0" destOrd="0" presId="urn:microsoft.com/office/officeart/2005/8/layout/orgChart1"/>
    <dgm:cxn modelId="{D5FE7DAC-B5EE-4F95-B79C-2071DC325708}" srcId="{10B1B489-B908-4C88-BE1A-91422A199138}" destId="{C3F75794-809C-4D84-B95B-66B35EE8ABF5}" srcOrd="3" destOrd="0" parTransId="{2F71AE0E-D505-4526-B1F5-7DAFACF52174}" sibTransId="{95D642AE-C67C-4DF9-ACDB-6BB12DDABB6C}"/>
    <dgm:cxn modelId="{3ECAC5AE-E90A-406B-B5C2-2DF072417BCF}" type="presOf" srcId="{D5FD129F-9AD9-4573-A90E-F37FB6B93DFE}" destId="{EC466869-E7ED-4C2D-8F93-BE3DE4063780}" srcOrd="1" destOrd="0" presId="urn:microsoft.com/office/officeart/2005/8/layout/orgChart1"/>
    <dgm:cxn modelId="{B3CDFBAE-F633-41F7-BD0E-5326FAE832EC}" type="presOf" srcId="{B55F1581-9FB1-45DB-AABE-5D5E291275CC}" destId="{EAF51B61-F8E8-41D1-902F-CBAD6BEDC435}" srcOrd="1" destOrd="0" presId="urn:microsoft.com/office/officeart/2005/8/layout/orgChart1"/>
    <dgm:cxn modelId="{9DE1B4B5-343D-4140-B91B-34181684A6D6}" srcId="{0EC34A80-0518-482B-8F1F-C8843BD2582E}" destId="{339A4568-38CA-40E6-ADBA-E8B48DDF8DE0}" srcOrd="1" destOrd="0" parTransId="{A65B0D8D-DC6D-454A-BDB6-795A101DD841}" sibTransId="{D7F592E0-B881-43C5-8249-6044713ADF2B}"/>
    <dgm:cxn modelId="{575F7BB6-1110-4BA9-B776-DCD53B169700}" type="presOf" srcId="{737AF870-C697-404B-B48B-55E29BCAA2CA}" destId="{5A257F44-9388-4CFA-81FB-31A43CCF42BA}" srcOrd="1" destOrd="0" presId="urn:microsoft.com/office/officeart/2005/8/layout/orgChart1"/>
    <dgm:cxn modelId="{1AE819B7-28B2-404D-99E8-2A96E6DF0F7E}" type="presOf" srcId="{17E8EDD2-C2E9-4009-900B-AEEB5862ECD8}" destId="{0CB1279B-B414-4F6A-99BE-EA647112D123}" srcOrd="0" destOrd="0" presId="urn:microsoft.com/office/officeart/2005/8/layout/orgChart1"/>
    <dgm:cxn modelId="{AB75F2B9-6B73-4195-8BCD-5633F3F0C749}" type="presOf" srcId="{27712864-AD79-443E-A8FC-667C60B7496D}" destId="{5CEE40A7-980B-4D0D-94A6-9C69D1E124F0}" srcOrd="0" destOrd="0" presId="urn:microsoft.com/office/officeart/2005/8/layout/orgChart1"/>
    <dgm:cxn modelId="{2540A5BA-B8B4-4AA3-85F6-8A3425313252}" type="presOf" srcId="{DB79B1FA-C98B-4980-9249-5E72614CC6EC}" destId="{5752503D-4D6B-4B23-A41A-CD2C77BCB9B5}" srcOrd="1" destOrd="0" presId="urn:microsoft.com/office/officeart/2005/8/layout/orgChart1"/>
    <dgm:cxn modelId="{7AE609BC-94D8-47A2-BDE3-752C8DC62DC4}" type="presOf" srcId="{0EC34A80-0518-482B-8F1F-C8843BD2582E}" destId="{7CFA93A4-BCCE-4EE9-8193-4FFF63DC26FF}" srcOrd="1" destOrd="0" presId="urn:microsoft.com/office/officeart/2005/8/layout/orgChart1"/>
    <dgm:cxn modelId="{F0DF2ABF-8773-4FAB-A61A-6E4B5EDE00DC}" type="presOf" srcId="{4B3839A7-0E69-45FE-9783-74632CC83A62}" destId="{E7579103-94E8-4E2D-A98B-F3E3BD9DC806}" srcOrd="0" destOrd="0" presId="urn:microsoft.com/office/officeart/2005/8/layout/orgChart1"/>
    <dgm:cxn modelId="{E50909C5-BE1D-4B24-96F0-E2DF74C30D17}" type="presOf" srcId="{A65DD454-32A9-4012-8993-96048372BF11}" destId="{DC9FE130-4D71-4830-9E80-0AD4C686ADF7}" srcOrd="1" destOrd="0" presId="urn:microsoft.com/office/officeart/2005/8/layout/orgChart1"/>
    <dgm:cxn modelId="{FCEE3AC5-FA7C-4739-8B98-F0AE59FDE085}" type="presOf" srcId="{A87DE630-9C84-481C-8CC3-334C4B9CF23E}" destId="{543345D4-EC5F-4FF6-AECF-33B883268AC3}" srcOrd="0" destOrd="0" presId="urn:microsoft.com/office/officeart/2005/8/layout/orgChart1"/>
    <dgm:cxn modelId="{01F06CC6-E9F9-477B-8BDA-976A0AEBE1B4}" type="presOf" srcId="{C3F75794-809C-4D84-B95B-66B35EE8ABF5}" destId="{58C0DB03-6DC7-4B7B-9A68-79CEDD4DA5DC}" srcOrd="1" destOrd="0" presId="urn:microsoft.com/office/officeart/2005/8/layout/orgChart1"/>
    <dgm:cxn modelId="{AA4281C7-FD6F-461D-8A9D-AFCE969FB52A}" type="presOf" srcId="{1241CA5A-B06A-46EF-B6AF-FF0B5DD0AA71}" destId="{A52E7942-60E0-4170-8710-8DC5303DB39B}" srcOrd="1" destOrd="0" presId="urn:microsoft.com/office/officeart/2005/8/layout/orgChart1"/>
    <dgm:cxn modelId="{0CD1A7C7-4517-4987-8B3B-5FB52D4232B3}" type="presOf" srcId="{8096D097-1274-4295-8044-5892C1A1834C}" destId="{1C07836D-40CA-435B-88BE-220B60B357E0}" srcOrd="0" destOrd="0" presId="urn:microsoft.com/office/officeart/2005/8/layout/orgChart1"/>
    <dgm:cxn modelId="{1AB841C9-EA58-42F6-BAD6-A4384B54BF12}" type="presOf" srcId="{BF556DEE-FDB2-4974-A479-9DA811591AC2}" destId="{A7A7ECF9-BE4A-416C-A875-C0B9A472AEAD}" srcOrd="0" destOrd="0" presId="urn:microsoft.com/office/officeart/2005/8/layout/orgChart1"/>
    <dgm:cxn modelId="{FC966ACC-24C8-498F-8EBE-E8F342A3A287}" type="presOf" srcId="{10B1B489-B908-4C88-BE1A-91422A199138}" destId="{E8EEDB4C-5C63-4CE2-B16F-7D125C76A8BA}" srcOrd="0" destOrd="0" presId="urn:microsoft.com/office/officeart/2005/8/layout/orgChart1"/>
    <dgm:cxn modelId="{5CDC25CD-F6E7-4E7A-BC0A-543960CB043B}" type="presOf" srcId="{BA6F5FF4-A1A3-4AD3-95DC-B34C41B91E4A}" destId="{89333135-7DA1-47B1-8FD3-1FDB4B321DE2}" srcOrd="0" destOrd="0" presId="urn:microsoft.com/office/officeart/2005/8/layout/orgChart1"/>
    <dgm:cxn modelId="{3892F2CE-2013-434E-BE0F-132BA3598FFF}" srcId="{0EC34A80-0518-482B-8F1F-C8843BD2582E}" destId="{16272A12-AE56-4ED3-990D-8896F0D49BBD}" srcOrd="0" destOrd="0" parTransId="{235B8578-5AFE-427B-B7B7-35669F15071C}" sibTransId="{764EBE74-E40E-4DA9-AEB8-D4E04CC0390E}"/>
    <dgm:cxn modelId="{8C8C71CF-5E7F-470D-BA2B-26B5587658AF}" type="presOf" srcId="{A65B0D8D-DC6D-454A-BDB6-795A101DD841}" destId="{54F99045-9092-4B24-8942-F4D9DE93C540}" srcOrd="0" destOrd="0" presId="urn:microsoft.com/office/officeart/2005/8/layout/orgChart1"/>
    <dgm:cxn modelId="{622EE1CF-7E2A-4317-B1EE-266B39F396D3}" type="presOf" srcId="{30591FD8-D9D6-4881-B66D-35231C80B82E}" destId="{31BD3A9C-C5E4-4637-97F5-E54B9C84D75C}" srcOrd="0" destOrd="0" presId="urn:microsoft.com/office/officeart/2005/8/layout/orgChart1"/>
    <dgm:cxn modelId="{A88EF7D1-0398-452A-B3B1-25D8F96ED38D}" type="presOf" srcId="{2F71AE0E-D505-4526-B1F5-7DAFACF52174}" destId="{7F174FE9-FDC4-4CB4-9315-83043F435EC7}" srcOrd="0" destOrd="0" presId="urn:microsoft.com/office/officeart/2005/8/layout/orgChart1"/>
    <dgm:cxn modelId="{AB639ED5-DBFD-4A70-A18E-6AE68F3B912A}" type="presOf" srcId="{D5FD129F-9AD9-4573-A90E-F37FB6B93DFE}" destId="{4C01C07F-3D5A-4500-9D3E-23A77EF59451}" srcOrd="0" destOrd="0" presId="urn:microsoft.com/office/officeart/2005/8/layout/orgChart1"/>
    <dgm:cxn modelId="{C280B3D6-324B-4260-91E7-CB54E43A9345}" type="presOf" srcId="{89DF5685-46FC-4281-B5E7-4088E871D9E2}" destId="{83FA6050-5E43-45DA-BB5B-804CB3C9B454}" srcOrd="1" destOrd="0" presId="urn:microsoft.com/office/officeart/2005/8/layout/orgChart1"/>
    <dgm:cxn modelId="{440324DB-A380-40D6-BC19-DDA1A2CD7B5B}" type="presOf" srcId="{664D99A3-4533-4987-8321-A872C5566B3E}" destId="{9FA11AE5-FFA7-4725-9CE7-395D16B00726}" srcOrd="1" destOrd="0" presId="urn:microsoft.com/office/officeart/2005/8/layout/orgChart1"/>
    <dgm:cxn modelId="{53E356E0-FEE3-4916-8671-C9577E1BBE0D}" type="presOf" srcId="{737AF870-C697-404B-B48B-55E29BCAA2CA}" destId="{D0F0FF58-E98D-4F24-924B-F9EA0F073978}" srcOrd="0" destOrd="0" presId="urn:microsoft.com/office/officeart/2005/8/layout/orgChart1"/>
    <dgm:cxn modelId="{6B7B26E5-FB07-4AC5-9166-F2BD7EF14037}" srcId="{10B1B489-B908-4C88-BE1A-91422A199138}" destId="{7A94CE57-D4AB-478A-8737-D32C147E06B6}" srcOrd="2" destOrd="0" parTransId="{D261169D-B717-4A25-AEE3-6C32CDE4D06F}" sibTransId="{33516BD0-C16F-4882-9FDE-CB40AA681AB4}"/>
    <dgm:cxn modelId="{FAF552E6-D7BB-42AE-B9F2-BE2FF0285DE3}" type="presOf" srcId="{52DDC03F-E3C2-4992-938D-DB05D0BD785F}" destId="{62189111-26F5-4A3C-93D4-3A0AB45DAE58}" srcOrd="0" destOrd="0" presId="urn:microsoft.com/office/officeart/2005/8/layout/orgChart1"/>
    <dgm:cxn modelId="{6ADFC9E7-7EFA-49B2-8D92-376F87DC2DD3}" srcId="{A21BE807-4B11-4EAE-8160-7BD581E1AF36}" destId="{30591FD8-D9D6-4881-B66D-35231C80B82E}" srcOrd="5" destOrd="0" parTransId="{E21BA37E-E40E-47B4-AB0C-7F4A2A3CE1C4}" sibTransId="{0835120C-DE4E-4235-997A-AEC1D46E11DB}"/>
    <dgm:cxn modelId="{DD04DDE7-CC06-4AE7-9715-0753A6380971}" type="presOf" srcId="{A21BE807-4B11-4EAE-8160-7BD581E1AF36}" destId="{2FA3FDB7-9843-49F8-81D4-33E031444539}" srcOrd="1" destOrd="0" presId="urn:microsoft.com/office/officeart/2005/8/layout/orgChart1"/>
    <dgm:cxn modelId="{BE9FBBEA-5323-44B4-B5EF-9E5FCA477981}" srcId="{A21BE807-4B11-4EAE-8160-7BD581E1AF36}" destId="{45314C34-50AF-4E4D-ADBB-0DF08B051943}" srcOrd="0" destOrd="0" parTransId="{9754DE41-A526-47AA-826D-4B77511EC9F4}" sibTransId="{E2383DAA-10B4-4B4E-8A24-CFECED3ACAA7}"/>
    <dgm:cxn modelId="{7B1A6BEB-AAC3-4181-8908-02F8C2333C69}" srcId="{B0179103-A08B-41DA-896E-B2954A5DCD16}" destId="{D5FD129F-9AD9-4573-A90E-F37FB6B93DFE}" srcOrd="5" destOrd="0" parTransId="{445CACC8-A824-4EAE-84F4-275A71950542}" sibTransId="{0A4CB967-A474-4AFE-A4E7-86AACED4647C}"/>
    <dgm:cxn modelId="{41A525ED-5398-44DA-BC90-7ED5029A8FAB}" srcId="{0863B548-44C4-4F7E-9934-4C9B742B0E6C}" destId="{B107F2C4-970C-4BA6-B6F7-348E34272D09}" srcOrd="1" destOrd="0" parTransId="{85028570-B456-452C-BC1C-444F5691A29F}" sibTransId="{1EB3157F-FF03-44AC-89C7-F9587143DC40}"/>
    <dgm:cxn modelId="{2471F8EE-6AB7-4C26-AD86-4062634F5C40}" type="presOf" srcId="{5E5E7C6C-111D-4DBD-A8A5-2CEBA5F6DD15}" destId="{2D5390B4-203A-43DF-B1F1-7A275CCCC836}" srcOrd="0" destOrd="0" presId="urn:microsoft.com/office/officeart/2005/8/layout/orgChart1"/>
    <dgm:cxn modelId="{4A0043F1-5AFC-4AF8-A9F4-6BADCB7537FA}" type="presOf" srcId="{339A4568-38CA-40E6-ADBA-E8B48DDF8DE0}" destId="{1A0A1A2C-C428-4723-88BA-1F8A016A1E02}" srcOrd="0" destOrd="0" presId="urn:microsoft.com/office/officeart/2005/8/layout/orgChart1"/>
    <dgm:cxn modelId="{B7DF29F3-C3E5-4982-B102-48561A3F11EC}" srcId="{10B1B489-B908-4C88-BE1A-91422A199138}" destId="{4B3839A7-0E69-45FE-9783-74632CC83A62}" srcOrd="4" destOrd="0" parTransId="{06387FE8-726E-44E3-9F9F-56D7629E314F}" sibTransId="{93C3912E-B157-42CF-8DAB-86600D2FFC0D}"/>
    <dgm:cxn modelId="{F110D5F5-2C11-42AF-8209-73CFA4B78F52}" srcId="{B0179103-A08B-41DA-896E-B2954A5DCD16}" destId="{0E663EC2-E753-4927-8409-8CC8BE2A8C72}" srcOrd="7" destOrd="0" parTransId="{52DDC03F-E3C2-4992-938D-DB05D0BD785F}" sibTransId="{71D4A57E-0826-45B5-9EF9-A23B6FAA02CD}"/>
    <dgm:cxn modelId="{4A46AEF7-6EA1-4D20-90A4-D00C596D3D14}" type="presOf" srcId="{CEF517BB-F6D1-4BCA-8EBB-24597EB129B5}" destId="{3515D3A2-C421-42B5-A2F0-9D46A8D76414}" srcOrd="0" destOrd="0" presId="urn:microsoft.com/office/officeart/2005/8/layout/orgChart1"/>
    <dgm:cxn modelId="{1BAA46FA-8F6A-431F-8885-E49F2C495B4C}" srcId="{FE7BF99B-64AA-489B-B5A5-21CBA99DCB32}" destId="{27712864-AD79-443E-A8FC-667C60B7496D}" srcOrd="4" destOrd="0" parTransId="{BB1358E8-7B1F-4C82-A9FF-1F052DE7194A}" sibTransId="{6F79E11E-74FA-4C35-B08A-8CBA89D3FEC6}"/>
    <dgm:cxn modelId="{765253FE-085D-4A6F-8B07-94658B511B90}" type="presOf" srcId="{0E663EC2-E753-4927-8409-8CC8BE2A8C72}" destId="{B71EC558-D18E-46E7-B817-98A3C892D37D}" srcOrd="0" destOrd="0" presId="urn:microsoft.com/office/officeart/2005/8/layout/orgChart1"/>
    <dgm:cxn modelId="{83FC04FF-6383-48C7-8827-6EA5029009E2}" type="presOf" srcId="{F79D388F-8CC6-49AC-A771-E6606663BEA4}" destId="{FC226BBB-8D17-49AF-B8D9-3DBB6DBD0125}" srcOrd="0" destOrd="0" presId="urn:microsoft.com/office/officeart/2005/8/layout/orgChart1"/>
    <dgm:cxn modelId="{1C9A3FFF-FAC2-4708-BE2B-1FBB6619D692}" srcId="{A21BE807-4B11-4EAE-8160-7BD581E1AF36}" destId="{9A285F48-DA36-4D48-BC17-91EB2331F477}" srcOrd="4" destOrd="0" parTransId="{0060A5AA-C100-4893-8AC9-A4AC21A02B5F}" sibTransId="{74B7E6DA-531E-4604-9501-47CB15868821}"/>
    <dgm:cxn modelId="{233E6AFF-6839-4CA5-8E29-D46E3E1AB4D1}" srcId="{0863B548-44C4-4F7E-9934-4C9B742B0E6C}" destId="{7761254D-DD61-49D9-8355-2F4D90770132}" srcOrd="0" destOrd="0" parTransId="{FAE56C9D-67FF-435E-9639-B8966DD22073}" sibTransId="{59A7BC9D-9610-46DF-B1BD-902A1EEB1473}"/>
    <dgm:cxn modelId="{D4D1DFFF-D0A5-4B76-B59F-3A6B18896A20}" type="presOf" srcId="{9A285F48-DA36-4D48-BC17-91EB2331F477}" destId="{605AD9F8-466F-411E-A5DD-CBABE9ABF6FB}" srcOrd="1" destOrd="0" presId="urn:microsoft.com/office/officeart/2005/8/layout/orgChart1"/>
    <dgm:cxn modelId="{1BCF2354-3AB3-40D9-872C-65E287AAE565}" type="presParOf" srcId="{B4AF2B97-B309-4A1F-8FC1-B399053E8EE8}" destId="{362DF318-F622-4A16-9E6A-1A75B6FD6903}" srcOrd="0" destOrd="0" presId="urn:microsoft.com/office/officeart/2005/8/layout/orgChart1"/>
    <dgm:cxn modelId="{B195A08E-F8D1-46FC-BE3C-51B612F3E1F1}" type="presParOf" srcId="{362DF318-F622-4A16-9E6A-1A75B6FD6903}" destId="{FEBA2E59-59BE-495A-A2E8-560FC6ADECEA}" srcOrd="0" destOrd="0" presId="urn:microsoft.com/office/officeart/2005/8/layout/orgChart1"/>
    <dgm:cxn modelId="{3A5E39C1-ACD3-4B52-B738-7423628635D8}" type="presParOf" srcId="{FEBA2E59-59BE-495A-A2E8-560FC6ADECEA}" destId="{88AB5A00-04E8-4BD0-9639-CE3721A8EE76}" srcOrd="0" destOrd="0" presId="urn:microsoft.com/office/officeart/2005/8/layout/orgChart1"/>
    <dgm:cxn modelId="{6D45EE29-D044-465D-8E5B-CDA39C6614F1}" type="presParOf" srcId="{FEBA2E59-59BE-495A-A2E8-560FC6ADECEA}" destId="{8FAAD760-3A9C-4468-9F75-383D6DB7D80E}" srcOrd="1" destOrd="0" presId="urn:microsoft.com/office/officeart/2005/8/layout/orgChart1"/>
    <dgm:cxn modelId="{3678127B-8C10-4638-BCD6-3C0E2F4DB685}" type="presParOf" srcId="{362DF318-F622-4A16-9E6A-1A75B6FD6903}" destId="{B2FE1256-71D3-4348-B90D-FEBDACE046EE}" srcOrd="1" destOrd="0" presId="urn:microsoft.com/office/officeart/2005/8/layout/orgChart1"/>
    <dgm:cxn modelId="{94F38143-3739-46CE-866B-8C8C5E4AE1FC}" type="presParOf" srcId="{B2FE1256-71D3-4348-B90D-FEBDACE046EE}" destId="{ACA8A37F-658E-4BC3-B4C9-CBBCA959F43B}" srcOrd="0" destOrd="0" presId="urn:microsoft.com/office/officeart/2005/8/layout/orgChart1"/>
    <dgm:cxn modelId="{AC76E805-E5A8-47D5-89DC-2B12E31792E3}" type="presParOf" srcId="{B2FE1256-71D3-4348-B90D-FEBDACE046EE}" destId="{881064A8-310E-4DF5-82B7-B9E05E956BED}" srcOrd="1" destOrd="0" presId="urn:microsoft.com/office/officeart/2005/8/layout/orgChart1"/>
    <dgm:cxn modelId="{AB5769F3-E781-4963-B594-273B7A9D34E7}" type="presParOf" srcId="{881064A8-310E-4DF5-82B7-B9E05E956BED}" destId="{74DCDEA9-95B8-4228-9ECB-5B619E9BEE73}" srcOrd="0" destOrd="0" presId="urn:microsoft.com/office/officeart/2005/8/layout/orgChart1"/>
    <dgm:cxn modelId="{09D9286A-9AC9-4652-80ED-E022EB027560}" type="presParOf" srcId="{74DCDEA9-95B8-4228-9ECB-5B619E9BEE73}" destId="{E8EEDB4C-5C63-4CE2-B16F-7D125C76A8BA}" srcOrd="0" destOrd="0" presId="urn:microsoft.com/office/officeart/2005/8/layout/orgChart1"/>
    <dgm:cxn modelId="{9E18030F-B09C-44A9-B208-8B379664185E}" type="presParOf" srcId="{74DCDEA9-95B8-4228-9ECB-5B619E9BEE73}" destId="{3A4DAC50-0DA8-4436-A909-CD546E3FCEC0}" srcOrd="1" destOrd="0" presId="urn:microsoft.com/office/officeart/2005/8/layout/orgChart1"/>
    <dgm:cxn modelId="{2D81A41F-B762-4192-8B72-BB7FBE2B470D}" type="presParOf" srcId="{881064A8-310E-4DF5-82B7-B9E05E956BED}" destId="{A6B8C371-7075-48FA-8C73-18B54BD8B4E3}" srcOrd="1" destOrd="0" presId="urn:microsoft.com/office/officeart/2005/8/layout/orgChart1"/>
    <dgm:cxn modelId="{4547E0BC-1328-4828-AFEF-5AA3798A0735}" type="presParOf" srcId="{A6B8C371-7075-48FA-8C73-18B54BD8B4E3}" destId="{D85C6F0F-F750-4D27-A097-CCDEF1752BF0}" srcOrd="0" destOrd="0" presId="urn:microsoft.com/office/officeart/2005/8/layout/orgChart1"/>
    <dgm:cxn modelId="{E5212642-3ACA-4FCD-9023-B537B0B8DFCC}" type="presParOf" srcId="{A6B8C371-7075-48FA-8C73-18B54BD8B4E3}" destId="{AC0D2234-25E6-47EF-8396-C337AFCADE47}" srcOrd="1" destOrd="0" presId="urn:microsoft.com/office/officeart/2005/8/layout/orgChart1"/>
    <dgm:cxn modelId="{0B3AD5A7-3143-4ABC-8388-D832DD730B1F}" type="presParOf" srcId="{AC0D2234-25E6-47EF-8396-C337AFCADE47}" destId="{54799259-7DE3-4961-A580-10C2A1890EAF}" srcOrd="0" destOrd="0" presId="urn:microsoft.com/office/officeart/2005/8/layout/orgChart1"/>
    <dgm:cxn modelId="{1C2AA659-CA84-476F-99FB-7F047D3EADB1}" type="presParOf" srcId="{54799259-7DE3-4961-A580-10C2A1890EAF}" destId="{5E504B9F-8EB3-4AD8-AC3B-76514610FBFC}" srcOrd="0" destOrd="0" presId="urn:microsoft.com/office/officeart/2005/8/layout/orgChart1"/>
    <dgm:cxn modelId="{CB69AC2A-6883-47A2-BAFF-CC32BA71476B}" type="presParOf" srcId="{54799259-7DE3-4961-A580-10C2A1890EAF}" destId="{EAF51B61-F8E8-41D1-902F-CBAD6BEDC435}" srcOrd="1" destOrd="0" presId="urn:microsoft.com/office/officeart/2005/8/layout/orgChart1"/>
    <dgm:cxn modelId="{F0B5C05B-A23C-4133-AE0A-AC1966075D04}" type="presParOf" srcId="{AC0D2234-25E6-47EF-8396-C337AFCADE47}" destId="{7F5ED92D-9DF4-4FDC-8D37-88915D65FF93}" srcOrd="1" destOrd="0" presId="urn:microsoft.com/office/officeart/2005/8/layout/orgChart1"/>
    <dgm:cxn modelId="{06D52556-71EB-47FF-9740-D27E05E848BF}" type="presParOf" srcId="{AC0D2234-25E6-47EF-8396-C337AFCADE47}" destId="{6C7E5E76-D6B9-40A5-A108-BEBFC8D4DDE8}" srcOrd="2" destOrd="0" presId="urn:microsoft.com/office/officeart/2005/8/layout/orgChart1"/>
    <dgm:cxn modelId="{41A70AEB-1E0D-4FFB-BEF2-EDB2A9685253}" type="presParOf" srcId="{A6B8C371-7075-48FA-8C73-18B54BD8B4E3}" destId="{C6979D9C-B2D2-4E09-9F49-75E96371C58E}" srcOrd="2" destOrd="0" presId="urn:microsoft.com/office/officeart/2005/8/layout/orgChart1"/>
    <dgm:cxn modelId="{48642432-6C67-491C-B294-DB074D7A4520}" type="presParOf" srcId="{A6B8C371-7075-48FA-8C73-18B54BD8B4E3}" destId="{65201F7C-6C4A-451C-B19A-9606F766F18B}" srcOrd="3" destOrd="0" presId="urn:microsoft.com/office/officeart/2005/8/layout/orgChart1"/>
    <dgm:cxn modelId="{41431B5A-3A58-405A-A132-47E3F39F053B}" type="presParOf" srcId="{65201F7C-6C4A-451C-B19A-9606F766F18B}" destId="{48A08ECF-A4F5-4A11-B66B-FE06734198FE}" srcOrd="0" destOrd="0" presId="urn:microsoft.com/office/officeart/2005/8/layout/orgChart1"/>
    <dgm:cxn modelId="{A16092EB-65D6-471A-A7C2-7A177540924D}" type="presParOf" srcId="{48A08ECF-A4F5-4A11-B66B-FE06734198FE}" destId="{7F9E45BC-38F4-4F11-A34F-550D42EA4423}" srcOrd="0" destOrd="0" presId="urn:microsoft.com/office/officeart/2005/8/layout/orgChart1"/>
    <dgm:cxn modelId="{968DF4B0-7022-44BE-A41D-375C1507F955}" type="presParOf" srcId="{48A08ECF-A4F5-4A11-B66B-FE06734198FE}" destId="{9FA11AE5-FFA7-4725-9CE7-395D16B00726}" srcOrd="1" destOrd="0" presId="urn:microsoft.com/office/officeart/2005/8/layout/orgChart1"/>
    <dgm:cxn modelId="{E04B0394-C190-4754-AE57-C6DF1A982A84}" type="presParOf" srcId="{65201F7C-6C4A-451C-B19A-9606F766F18B}" destId="{B6CB9EA3-C8D3-4233-A08F-F5C2C62BB89E}" srcOrd="1" destOrd="0" presId="urn:microsoft.com/office/officeart/2005/8/layout/orgChart1"/>
    <dgm:cxn modelId="{A7D26C59-C236-497A-AE1E-1360A692A93B}" type="presParOf" srcId="{65201F7C-6C4A-451C-B19A-9606F766F18B}" destId="{99CE11C8-700F-46C7-9325-EDA67B853BEF}" srcOrd="2" destOrd="0" presId="urn:microsoft.com/office/officeart/2005/8/layout/orgChart1"/>
    <dgm:cxn modelId="{DEA99448-5587-4EB2-B901-A00EB12968FE}" type="presParOf" srcId="{A6B8C371-7075-48FA-8C73-18B54BD8B4E3}" destId="{3250FE48-4AF9-4432-96A5-EA222C40E946}" srcOrd="4" destOrd="0" presId="urn:microsoft.com/office/officeart/2005/8/layout/orgChart1"/>
    <dgm:cxn modelId="{EC235DDA-0546-4647-ABF7-3B2448E240A6}" type="presParOf" srcId="{A6B8C371-7075-48FA-8C73-18B54BD8B4E3}" destId="{C29E5BF4-C427-4455-9254-BDD0B6C53C26}" srcOrd="5" destOrd="0" presId="urn:microsoft.com/office/officeart/2005/8/layout/orgChart1"/>
    <dgm:cxn modelId="{9278C572-2EC0-49C8-9A85-ED831A7BF46F}" type="presParOf" srcId="{C29E5BF4-C427-4455-9254-BDD0B6C53C26}" destId="{04D75F49-306B-4361-840E-AE71FFB2A3B2}" srcOrd="0" destOrd="0" presId="urn:microsoft.com/office/officeart/2005/8/layout/orgChart1"/>
    <dgm:cxn modelId="{CFE496C8-C99C-4CF1-A7E8-BEBFAFC0F5A3}" type="presParOf" srcId="{04D75F49-306B-4361-840E-AE71FFB2A3B2}" destId="{4519225B-9AC2-40ED-AC4D-54714B1C5451}" srcOrd="0" destOrd="0" presId="urn:microsoft.com/office/officeart/2005/8/layout/orgChart1"/>
    <dgm:cxn modelId="{4589FEEA-F40B-4D9F-892F-C1D9BBC0CB96}" type="presParOf" srcId="{04D75F49-306B-4361-840E-AE71FFB2A3B2}" destId="{E8D10583-4524-4FAB-94AD-BCDBBB68031C}" srcOrd="1" destOrd="0" presId="urn:microsoft.com/office/officeart/2005/8/layout/orgChart1"/>
    <dgm:cxn modelId="{881FD756-A4FB-451F-B906-26225E383545}" type="presParOf" srcId="{C29E5BF4-C427-4455-9254-BDD0B6C53C26}" destId="{91271B14-6DA0-47C3-8DA2-A8460B84A246}" srcOrd="1" destOrd="0" presId="urn:microsoft.com/office/officeart/2005/8/layout/orgChart1"/>
    <dgm:cxn modelId="{F8CD3039-311A-478E-90FC-3CADF8E69789}" type="presParOf" srcId="{C29E5BF4-C427-4455-9254-BDD0B6C53C26}" destId="{CF9E90EA-3EC4-46E2-8381-7C3A549AAABF}" srcOrd="2" destOrd="0" presId="urn:microsoft.com/office/officeart/2005/8/layout/orgChart1"/>
    <dgm:cxn modelId="{C3CA4486-7493-4C63-AFAF-AA809545A701}" type="presParOf" srcId="{A6B8C371-7075-48FA-8C73-18B54BD8B4E3}" destId="{7F174FE9-FDC4-4CB4-9315-83043F435EC7}" srcOrd="6" destOrd="0" presId="urn:microsoft.com/office/officeart/2005/8/layout/orgChart1"/>
    <dgm:cxn modelId="{4B9E6A8B-E421-4782-A6A0-572FDA8BB202}" type="presParOf" srcId="{A6B8C371-7075-48FA-8C73-18B54BD8B4E3}" destId="{21A47989-6557-420E-AAC3-DE70014072A4}" srcOrd="7" destOrd="0" presId="urn:microsoft.com/office/officeart/2005/8/layout/orgChart1"/>
    <dgm:cxn modelId="{03DF8BF8-FB6A-4E4D-94CA-4F32C2D2C160}" type="presParOf" srcId="{21A47989-6557-420E-AAC3-DE70014072A4}" destId="{E18D050E-16AB-4D2D-A1E9-204E375C6F5B}" srcOrd="0" destOrd="0" presId="urn:microsoft.com/office/officeart/2005/8/layout/orgChart1"/>
    <dgm:cxn modelId="{15C942EA-5E25-4424-97B1-A12A31AAD747}" type="presParOf" srcId="{E18D050E-16AB-4D2D-A1E9-204E375C6F5B}" destId="{E8FA7B97-FCE0-456E-80ED-4BC117A6EE67}" srcOrd="0" destOrd="0" presId="urn:microsoft.com/office/officeart/2005/8/layout/orgChart1"/>
    <dgm:cxn modelId="{838ACBC5-2F9B-4D77-9380-CF1804CBBEB0}" type="presParOf" srcId="{E18D050E-16AB-4D2D-A1E9-204E375C6F5B}" destId="{58C0DB03-6DC7-4B7B-9A68-79CEDD4DA5DC}" srcOrd="1" destOrd="0" presId="urn:microsoft.com/office/officeart/2005/8/layout/orgChart1"/>
    <dgm:cxn modelId="{CEAC10C8-B86E-409F-9BE2-6948C903D4B1}" type="presParOf" srcId="{21A47989-6557-420E-AAC3-DE70014072A4}" destId="{63A15891-3323-422A-B72B-DCC9C3643C93}" srcOrd="1" destOrd="0" presId="urn:microsoft.com/office/officeart/2005/8/layout/orgChart1"/>
    <dgm:cxn modelId="{A957F556-EF73-444C-88BD-D64B2C3848AA}" type="presParOf" srcId="{21A47989-6557-420E-AAC3-DE70014072A4}" destId="{12C568D0-F5D9-4AB4-8FDD-3642899D5CA4}" srcOrd="2" destOrd="0" presId="urn:microsoft.com/office/officeart/2005/8/layout/orgChart1"/>
    <dgm:cxn modelId="{8095D8A8-00ED-43A7-BB59-E71AB6427276}" type="presParOf" srcId="{A6B8C371-7075-48FA-8C73-18B54BD8B4E3}" destId="{482C4F34-B96D-4BF5-96B3-11288FD34ED9}" srcOrd="8" destOrd="0" presId="urn:microsoft.com/office/officeart/2005/8/layout/orgChart1"/>
    <dgm:cxn modelId="{99E796DB-A11F-4F34-AB5C-F43D7B1BAFF8}" type="presParOf" srcId="{A6B8C371-7075-48FA-8C73-18B54BD8B4E3}" destId="{FD6D5805-CDCD-4F0A-ACC7-D3903DED5648}" srcOrd="9" destOrd="0" presId="urn:microsoft.com/office/officeart/2005/8/layout/orgChart1"/>
    <dgm:cxn modelId="{CBBE07A6-5BEF-40C1-A9B6-AF38B9CE0A4D}" type="presParOf" srcId="{FD6D5805-CDCD-4F0A-ACC7-D3903DED5648}" destId="{50983551-189A-4A4E-BD48-00CD1D04828F}" srcOrd="0" destOrd="0" presId="urn:microsoft.com/office/officeart/2005/8/layout/orgChart1"/>
    <dgm:cxn modelId="{B4B298FA-676A-4C26-B0E9-334EDC28B7F4}" type="presParOf" srcId="{50983551-189A-4A4E-BD48-00CD1D04828F}" destId="{E7579103-94E8-4E2D-A98B-F3E3BD9DC806}" srcOrd="0" destOrd="0" presId="urn:microsoft.com/office/officeart/2005/8/layout/orgChart1"/>
    <dgm:cxn modelId="{B1E4AFAD-FE6A-42EA-B9BB-C82EA388534C}" type="presParOf" srcId="{50983551-189A-4A4E-BD48-00CD1D04828F}" destId="{BA2C1E35-C01D-4A84-8EBA-AC2BE1DA171D}" srcOrd="1" destOrd="0" presId="urn:microsoft.com/office/officeart/2005/8/layout/orgChart1"/>
    <dgm:cxn modelId="{D3FD86C6-FD4F-4298-8DCC-8C385EFC7332}" type="presParOf" srcId="{FD6D5805-CDCD-4F0A-ACC7-D3903DED5648}" destId="{34BC25C2-4D13-43BB-A039-D1BBFA56C1B2}" srcOrd="1" destOrd="0" presId="urn:microsoft.com/office/officeart/2005/8/layout/orgChart1"/>
    <dgm:cxn modelId="{9DBCA0D1-BD1D-4B49-8B39-9423D066CCF3}" type="presParOf" srcId="{FD6D5805-CDCD-4F0A-ACC7-D3903DED5648}" destId="{9177BF13-2F89-4AF2-BAFD-F2A8AAD3A598}" srcOrd="2" destOrd="0" presId="urn:microsoft.com/office/officeart/2005/8/layout/orgChart1"/>
    <dgm:cxn modelId="{A0EEB965-C499-48D9-8DEA-D70565A041F4}" type="presParOf" srcId="{A6B8C371-7075-48FA-8C73-18B54BD8B4E3}" destId="{3515D3A2-C421-42B5-A2F0-9D46A8D76414}" srcOrd="10" destOrd="0" presId="urn:microsoft.com/office/officeart/2005/8/layout/orgChart1"/>
    <dgm:cxn modelId="{AC6878C0-107D-4FAE-A94F-116E899F7C4E}" type="presParOf" srcId="{A6B8C371-7075-48FA-8C73-18B54BD8B4E3}" destId="{45F517B7-5901-427C-B329-75DBF44F538F}" srcOrd="11" destOrd="0" presId="urn:microsoft.com/office/officeart/2005/8/layout/orgChart1"/>
    <dgm:cxn modelId="{5174CD4D-C9D4-4973-928D-84111B39F752}" type="presParOf" srcId="{45F517B7-5901-427C-B329-75DBF44F538F}" destId="{B4E8C15F-A53B-4C6B-93FC-EFAF73651EB2}" srcOrd="0" destOrd="0" presId="urn:microsoft.com/office/officeart/2005/8/layout/orgChart1"/>
    <dgm:cxn modelId="{6E975915-0D13-449E-ADD2-F95AD1406F0F}" type="presParOf" srcId="{B4E8C15F-A53B-4C6B-93FC-EFAF73651EB2}" destId="{59DB3C8F-154E-4C6C-BD1C-BAFACD44AE3B}" srcOrd="0" destOrd="0" presId="urn:microsoft.com/office/officeart/2005/8/layout/orgChart1"/>
    <dgm:cxn modelId="{5085CBFB-2C11-41E9-B396-36C2ECABA8B5}" type="presParOf" srcId="{B4E8C15F-A53B-4C6B-93FC-EFAF73651EB2}" destId="{2262DE6F-E9C3-444E-85DC-441BA6D6379B}" srcOrd="1" destOrd="0" presId="urn:microsoft.com/office/officeart/2005/8/layout/orgChart1"/>
    <dgm:cxn modelId="{AC25480F-CFE6-4909-89B8-650997AB11A4}" type="presParOf" srcId="{45F517B7-5901-427C-B329-75DBF44F538F}" destId="{C629C8AF-A597-46E7-AF3F-D368141C5979}" srcOrd="1" destOrd="0" presId="urn:microsoft.com/office/officeart/2005/8/layout/orgChart1"/>
    <dgm:cxn modelId="{DA35C3F1-E96D-4611-9D7D-6B3A51D392D7}" type="presParOf" srcId="{45F517B7-5901-427C-B329-75DBF44F538F}" destId="{8561EF96-23FA-4CFE-8A8C-D0542BE379E8}" srcOrd="2" destOrd="0" presId="urn:microsoft.com/office/officeart/2005/8/layout/orgChart1"/>
    <dgm:cxn modelId="{A76AF366-5EE2-4D84-B784-9496C7E24D5E}" type="presParOf" srcId="{881064A8-310E-4DF5-82B7-B9E05E956BED}" destId="{BFC570A5-D58D-4608-8BF9-183AAD79988A}" srcOrd="2" destOrd="0" presId="urn:microsoft.com/office/officeart/2005/8/layout/orgChart1"/>
    <dgm:cxn modelId="{7C7E8CB7-B239-4997-9195-1D0D09E2362E}" type="presParOf" srcId="{B2FE1256-71D3-4348-B90D-FEBDACE046EE}" destId="{F5A62C5B-DC75-442D-BC0B-94EA72C2BCEC}" srcOrd="2" destOrd="0" presId="urn:microsoft.com/office/officeart/2005/8/layout/orgChart1"/>
    <dgm:cxn modelId="{205F77A8-9051-4933-8377-11A061EE2BF6}" type="presParOf" srcId="{B2FE1256-71D3-4348-B90D-FEBDACE046EE}" destId="{BE8B164C-64A4-4761-A2B4-E4DA5CAF18CB}" srcOrd="3" destOrd="0" presId="urn:microsoft.com/office/officeart/2005/8/layout/orgChart1"/>
    <dgm:cxn modelId="{6A688023-7A64-4A2A-8963-4F21254B90E5}" type="presParOf" srcId="{BE8B164C-64A4-4761-A2B4-E4DA5CAF18CB}" destId="{062A7DC8-769A-448B-AD15-921CDDC01DF7}" srcOrd="0" destOrd="0" presId="urn:microsoft.com/office/officeart/2005/8/layout/orgChart1"/>
    <dgm:cxn modelId="{BAAD2B5A-17B4-4C82-AC72-B2328A7513A0}" type="presParOf" srcId="{062A7DC8-769A-448B-AD15-921CDDC01DF7}" destId="{FC226BBB-8D17-49AF-B8D9-3DBB6DBD0125}" srcOrd="0" destOrd="0" presId="urn:microsoft.com/office/officeart/2005/8/layout/orgChart1"/>
    <dgm:cxn modelId="{BDF0FD22-8214-4B35-B434-B876EF6921C9}" type="presParOf" srcId="{062A7DC8-769A-448B-AD15-921CDDC01DF7}" destId="{68D9B8B5-2621-409A-A672-FA914FA3ED7E}" srcOrd="1" destOrd="0" presId="urn:microsoft.com/office/officeart/2005/8/layout/orgChart1"/>
    <dgm:cxn modelId="{908BFC9C-D700-416A-9F8D-8DF441E18CB2}" type="presParOf" srcId="{BE8B164C-64A4-4761-A2B4-E4DA5CAF18CB}" destId="{479A0ACE-66C0-4521-A54A-BDBD9DBBD496}" srcOrd="1" destOrd="0" presId="urn:microsoft.com/office/officeart/2005/8/layout/orgChart1"/>
    <dgm:cxn modelId="{15919882-BF58-4F32-ACA4-078FF23F6ECE}" type="presParOf" srcId="{479A0ACE-66C0-4521-A54A-BDBD9DBBD496}" destId="{BF9DEEA7-84ED-40D5-8574-99AB2E12F071}" srcOrd="0" destOrd="0" presId="urn:microsoft.com/office/officeart/2005/8/layout/orgChart1"/>
    <dgm:cxn modelId="{6C752C02-CC12-4C79-ABC0-A610A8EF63CC}" type="presParOf" srcId="{479A0ACE-66C0-4521-A54A-BDBD9DBBD496}" destId="{371AA413-2DE6-489C-BDBB-10EBFE640B93}" srcOrd="1" destOrd="0" presId="urn:microsoft.com/office/officeart/2005/8/layout/orgChart1"/>
    <dgm:cxn modelId="{A8638A8C-9BCA-47C3-8E66-0F900D54C1B0}" type="presParOf" srcId="{371AA413-2DE6-489C-BDBB-10EBFE640B93}" destId="{A3A6CFD7-1F58-4E4E-B9AE-3EC9315046D3}" srcOrd="0" destOrd="0" presId="urn:microsoft.com/office/officeart/2005/8/layout/orgChart1"/>
    <dgm:cxn modelId="{63D8C9AA-F286-420A-915C-8CD1ABC9EEF8}" type="presParOf" srcId="{A3A6CFD7-1F58-4E4E-B9AE-3EC9315046D3}" destId="{D0F0FF58-E98D-4F24-924B-F9EA0F073978}" srcOrd="0" destOrd="0" presId="urn:microsoft.com/office/officeart/2005/8/layout/orgChart1"/>
    <dgm:cxn modelId="{07E4A5AE-8AA0-4D69-92B9-F171B26A9E89}" type="presParOf" srcId="{A3A6CFD7-1F58-4E4E-B9AE-3EC9315046D3}" destId="{5A257F44-9388-4CFA-81FB-31A43CCF42BA}" srcOrd="1" destOrd="0" presId="urn:microsoft.com/office/officeart/2005/8/layout/orgChart1"/>
    <dgm:cxn modelId="{1CE62765-6689-4921-8769-DE84F68A9272}" type="presParOf" srcId="{371AA413-2DE6-489C-BDBB-10EBFE640B93}" destId="{3A319CA6-8DCA-409B-BFB4-EE3FA4D7D892}" srcOrd="1" destOrd="0" presId="urn:microsoft.com/office/officeart/2005/8/layout/orgChart1"/>
    <dgm:cxn modelId="{4FE6DD48-2A71-4E1B-BE2E-61F7E63F689A}" type="presParOf" srcId="{371AA413-2DE6-489C-BDBB-10EBFE640B93}" destId="{1C75948D-EE37-4AB4-86B8-E595FF7A9C3A}" srcOrd="2" destOrd="0" presId="urn:microsoft.com/office/officeart/2005/8/layout/orgChart1"/>
    <dgm:cxn modelId="{6B5B033B-ECA1-4821-88F3-2339BC209FC0}" type="presParOf" srcId="{479A0ACE-66C0-4521-A54A-BDBD9DBBD496}" destId="{5BB56FEC-EFD4-46F0-BDD5-91183DC3E0C8}" srcOrd="2" destOrd="0" presId="urn:microsoft.com/office/officeart/2005/8/layout/orgChart1"/>
    <dgm:cxn modelId="{FCC83D45-F847-4EF8-A3C0-921594D87015}" type="presParOf" srcId="{479A0ACE-66C0-4521-A54A-BDBD9DBBD496}" destId="{F78256EC-F858-4630-BC68-246CA35BB15C}" srcOrd="3" destOrd="0" presId="urn:microsoft.com/office/officeart/2005/8/layout/orgChart1"/>
    <dgm:cxn modelId="{498A4DC4-CA38-491E-9889-13E7B0DFD9B2}" type="presParOf" srcId="{F78256EC-F858-4630-BC68-246CA35BB15C}" destId="{FDC27C8F-A1B3-40DA-9C35-CF006DEE469E}" srcOrd="0" destOrd="0" presId="urn:microsoft.com/office/officeart/2005/8/layout/orgChart1"/>
    <dgm:cxn modelId="{67E27CFC-B096-444E-8DE2-6CC1F8F785BA}" type="presParOf" srcId="{FDC27C8F-A1B3-40DA-9C35-CF006DEE469E}" destId="{49D644F0-FC58-410E-9B36-67AA6B6D63BE}" srcOrd="0" destOrd="0" presId="urn:microsoft.com/office/officeart/2005/8/layout/orgChart1"/>
    <dgm:cxn modelId="{92F63FE6-A03B-43C5-9750-3A5A93A0E782}" type="presParOf" srcId="{FDC27C8F-A1B3-40DA-9C35-CF006DEE469E}" destId="{A52E7942-60E0-4170-8710-8DC5303DB39B}" srcOrd="1" destOrd="0" presId="urn:microsoft.com/office/officeart/2005/8/layout/orgChart1"/>
    <dgm:cxn modelId="{E16A3F50-EB08-47A0-A4BA-FAD07C626747}" type="presParOf" srcId="{F78256EC-F858-4630-BC68-246CA35BB15C}" destId="{189AD035-F2BF-4606-938E-034D997A42B2}" srcOrd="1" destOrd="0" presId="urn:microsoft.com/office/officeart/2005/8/layout/orgChart1"/>
    <dgm:cxn modelId="{FB749E93-A615-4B4B-880B-09ECC36CFAEB}" type="presParOf" srcId="{F78256EC-F858-4630-BC68-246CA35BB15C}" destId="{69A3B4C0-93B2-4DBF-B527-13B4635CFEF4}" srcOrd="2" destOrd="0" presId="urn:microsoft.com/office/officeart/2005/8/layout/orgChart1"/>
    <dgm:cxn modelId="{2335289D-0C80-47B4-9667-134AC8E4CCDB}" type="presParOf" srcId="{479A0ACE-66C0-4521-A54A-BDBD9DBBD496}" destId="{94B23A28-C423-446B-A87C-CCDE44CACB33}" srcOrd="4" destOrd="0" presId="urn:microsoft.com/office/officeart/2005/8/layout/orgChart1"/>
    <dgm:cxn modelId="{EC3B4A11-4F85-4A35-9F5F-B4477EE909AA}" type="presParOf" srcId="{479A0ACE-66C0-4521-A54A-BDBD9DBBD496}" destId="{A1B4E6C2-BAB0-4A66-A76B-D5FED4A9D5B0}" srcOrd="5" destOrd="0" presId="urn:microsoft.com/office/officeart/2005/8/layout/orgChart1"/>
    <dgm:cxn modelId="{4E424A0D-069E-4D1E-B248-DAC30D526587}" type="presParOf" srcId="{A1B4E6C2-BAB0-4A66-A76B-D5FED4A9D5B0}" destId="{17526C2A-E50A-4652-8B6C-9607CF78B026}" srcOrd="0" destOrd="0" presId="urn:microsoft.com/office/officeart/2005/8/layout/orgChart1"/>
    <dgm:cxn modelId="{4ECF4996-2EF1-487B-857B-87371280B231}" type="presParOf" srcId="{17526C2A-E50A-4652-8B6C-9607CF78B026}" destId="{9E47AA76-B70F-4B05-ACF9-7BCBC6A42603}" srcOrd="0" destOrd="0" presId="urn:microsoft.com/office/officeart/2005/8/layout/orgChart1"/>
    <dgm:cxn modelId="{76CF9AC0-A80E-4DE6-8A15-D4C45E42086F}" type="presParOf" srcId="{17526C2A-E50A-4652-8B6C-9607CF78B026}" destId="{316E5156-7567-460F-A719-72FD35E720B6}" srcOrd="1" destOrd="0" presId="urn:microsoft.com/office/officeart/2005/8/layout/orgChart1"/>
    <dgm:cxn modelId="{3DDA551B-B064-4FEE-A171-9754FC3E1B43}" type="presParOf" srcId="{A1B4E6C2-BAB0-4A66-A76B-D5FED4A9D5B0}" destId="{489525D3-5954-486E-8795-C9E39A4D6A16}" srcOrd="1" destOrd="0" presId="urn:microsoft.com/office/officeart/2005/8/layout/orgChart1"/>
    <dgm:cxn modelId="{42A9DDA3-744A-40C7-B29F-822E2162BEF5}" type="presParOf" srcId="{A1B4E6C2-BAB0-4A66-A76B-D5FED4A9D5B0}" destId="{5BCA2578-EF3B-4D5D-961E-48E9B417592A}" srcOrd="2" destOrd="0" presId="urn:microsoft.com/office/officeart/2005/8/layout/orgChart1"/>
    <dgm:cxn modelId="{ECDD4021-0F1E-4F88-B697-A19FD1C0DD64}" type="presParOf" srcId="{BE8B164C-64A4-4761-A2B4-E4DA5CAF18CB}" destId="{7A608F8B-454D-4A79-8F40-D4173B5575AB}" srcOrd="2" destOrd="0" presId="urn:microsoft.com/office/officeart/2005/8/layout/orgChart1"/>
    <dgm:cxn modelId="{8A1C2586-5A82-4A8A-B106-709864711EF8}" type="presParOf" srcId="{B2FE1256-71D3-4348-B90D-FEBDACE046EE}" destId="{0092CD2B-7670-4286-92A1-1BB207337E1E}" srcOrd="4" destOrd="0" presId="urn:microsoft.com/office/officeart/2005/8/layout/orgChart1"/>
    <dgm:cxn modelId="{62EC8608-8C70-4348-B10D-350AC3EBB078}" type="presParOf" srcId="{B2FE1256-71D3-4348-B90D-FEBDACE046EE}" destId="{1DF649B3-D8F3-4C99-B1DA-0B67936931DD}" srcOrd="5" destOrd="0" presId="urn:microsoft.com/office/officeart/2005/8/layout/orgChart1"/>
    <dgm:cxn modelId="{3725E263-B5E0-4C12-9BB5-4ECB2AF8F9BB}" type="presParOf" srcId="{1DF649B3-D8F3-4C99-B1DA-0B67936931DD}" destId="{F517DEC1-F5CE-4C9D-9326-61C3E97EDE26}" srcOrd="0" destOrd="0" presId="urn:microsoft.com/office/officeart/2005/8/layout/orgChart1"/>
    <dgm:cxn modelId="{12DFE51E-31C9-49F8-BA74-883A014C98C5}" type="presParOf" srcId="{F517DEC1-F5CE-4C9D-9326-61C3E97EDE26}" destId="{C6B42B28-D3FE-4FC3-B0FA-77DB8970F400}" srcOrd="0" destOrd="0" presId="urn:microsoft.com/office/officeart/2005/8/layout/orgChart1"/>
    <dgm:cxn modelId="{C015E939-D5EF-4C35-BAB1-FC39B7CCF8BC}" type="presParOf" srcId="{F517DEC1-F5CE-4C9D-9326-61C3E97EDE26}" destId="{7CFA93A4-BCCE-4EE9-8193-4FFF63DC26FF}" srcOrd="1" destOrd="0" presId="urn:microsoft.com/office/officeart/2005/8/layout/orgChart1"/>
    <dgm:cxn modelId="{0A9B6FCC-2B4A-4111-B52C-B833DF0176EF}" type="presParOf" srcId="{1DF649B3-D8F3-4C99-B1DA-0B67936931DD}" destId="{CCBE0F60-C058-47D0-8C1E-C536DB30F13A}" srcOrd="1" destOrd="0" presId="urn:microsoft.com/office/officeart/2005/8/layout/orgChart1"/>
    <dgm:cxn modelId="{1C1E38BA-9A79-435A-8494-AD044C96CD81}" type="presParOf" srcId="{CCBE0F60-C058-47D0-8C1E-C536DB30F13A}" destId="{DDEBA700-94AE-4047-A2EE-586D6C0E7825}" srcOrd="0" destOrd="0" presId="urn:microsoft.com/office/officeart/2005/8/layout/orgChart1"/>
    <dgm:cxn modelId="{C1F0F33A-138B-493F-9D09-A0F607556DDD}" type="presParOf" srcId="{CCBE0F60-C058-47D0-8C1E-C536DB30F13A}" destId="{205042AC-3C51-4ACE-B9A4-052B877F0CDA}" srcOrd="1" destOrd="0" presId="urn:microsoft.com/office/officeart/2005/8/layout/orgChart1"/>
    <dgm:cxn modelId="{0362D293-B9FB-42D3-8047-127F91B2C581}" type="presParOf" srcId="{205042AC-3C51-4ACE-B9A4-052B877F0CDA}" destId="{99BC3386-88CB-441F-8D5F-4AC99A007BCB}" srcOrd="0" destOrd="0" presId="urn:microsoft.com/office/officeart/2005/8/layout/orgChart1"/>
    <dgm:cxn modelId="{D498BBA7-4BF8-49C2-B162-792622FB2BD7}" type="presParOf" srcId="{99BC3386-88CB-441F-8D5F-4AC99A007BCB}" destId="{67E95EC5-C29D-4C0F-A5D1-2445F7C5281C}" srcOrd="0" destOrd="0" presId="urn:microsoft.com/office/officeart/2005/8/layout/orgChart1"/>
    <dgm:cxn modelId="{417745F7-97AD-4893-B03F-16AFF505ACBF}" type="presParOf" srcId="{99BC3386-88CB-441F-8D5F-4AC99A007BCB}" destId="{DFD9F846-B271-4F47-872C-95743A511572}" srcOrd="1" destOrd="0" presId="urn:microsoft.com/office/officeart/2005/8/layout/orgChart1"/>
    <dgm:cxn modelId="{939B116E-9E8D-45A0-9548-D81A86351C22}" type="presParOf" srcId="{205042AC-3C51-4ACE-B9A4-052B877F0CDA}" destId="{17352204-9AA7-45E0-BFF7-515226FFED7E}" srcOrd="1" destOrd="0" presId="urn:microsoft.com/office/officeart/2005/8/layout/orgChart1"/>
    <dgm:cxn modelId="{3CB05F87-ABE1-48DA-B2C1-828248620452}" type="presParOf" srcId="{205042AC-3C51-4ACE-B9A4-052B877F0CDA}" destId="{114E83D8-B623-49C9-874E-EFAB5A596A9C}" srcOrd="2" destOrd="0" presId="urn:microsoft.com/office/officeart/2005/8/layout/orgChart1"/>
    <dgm:cxn modelId="{97B23DFF-E852-4452-B762-3A209602BA7C}" type="presParOf" srcId="{CCBE0F60-C058-47D0-8C1E-C536DB30F13A}" destId="{54F99045-9092-4B24-8942-F4D9DE93C540}" srcOrd="2" destOrd="0" presId="urn:microsoft.com/office/officeart/2005/8/layout/orgChart1"/>
    <dgm:cxn modelId="{90560861-2A83-4CAD-A157-98D3A5E46BDE}" type="presParOf" srcId="{CCBE0F60-C058-47D0-8C1E-C536DB30F13A}" destId="{D05BD318-6A03-4070-A5CD-4DC979A90CF4}" srcOrd="3" destOrd="0" presId="urn:microsoft.com/office/officeart/2005/8/layout/orgChart1"/>
    <dgm:cxn modelId="{3DDB277A-AE15-46BA-81CE-78C9D6643BF8}" type="presParOf" srcId="{D05BD318-6A03-4070-A5CD-4DC979A90CF4}" destId="{A9CA5CBB-0F8B-408D-8481-039FACAFCF80}" srcOrd="0" destOrd="0" presId="urn:microsoft.com/office/officeart/2005/8/layout/orgChart1"/>
    <dgm:cxn modelId="{F6D47ED7-018B-476D-A824-DBB44B49EDA1}" type="presParOf" srcId="{A9CA5CBB-0F8B-408D-8481-039FACAFCF80}" destId="{1A0A1A2C-C428-4723-88BA-1F8A016A1E02}" srcOrd="0" destOrd="0" presId="urn:microsoft.com/office/officeart/2005/8/layout/orgChart1"/>
    <dgm:cxn modelId="{C6ABCCB8-D892-4171-A956-840B71F0E6D3}" type="presParOf" srcId="{A9CA5CBB-0F8B-408D-8481-039FACAFCF80}" destId="{AC17AFF3-E6E9-4222-ACE4-99D8F25BBB37}" srcOrd="1" destOrd="0" presId="urn:microsoft.com/office/officeart/2005/8/layout/orgChart1"/>
    <dgm:cxn modelId="{C4B9B0F3-C04F-4ABC-9FED-119195894840}" type="presParOf" srcId="{D05BD318-6A03-4070-A5CD-4DC979A90CF4}" destId="{E2EEB380-17F5-4BC8-B600-2CDA41FC76EF}" srcOrd="1" destOrd="0" presId="urn:microsoft.com/office/officeart/2005/8/layout/orgChart1"/>
    <dgm:cxn modelId="{D85430A0-0521-43AC-8179-774A0068A43E}" type="presParOf" srcId="{D05BD318-6A03-4070-A5CD-4DC979A90CF4}" destId="{D3F91E1A-2609-4541-9059-7E605951BF7E}" srcOrd="2" destOrd="0" presId="urn:microsoft.com/office/officeart/2005/8/layout/orgChart1"/>
    <dgm:cxn modelId="{C8495CD5-7FF7-49C7-BACF-8968DDF22869}" type="presParOf" srcId="{1DF649B3-D8F3-4C99-B1DA-0B67936931DD}" destId="{A7BD2EE4-0504-415C-95AE-25ADE587E080}" srcOrd="2" destOrd="0" presId="urn:microsoft.com/office/officeart/2005/8/layout/orgChart1"/>
    <dgm:cxn modelId="{F1579E5C-F30B-42DD-A67B-5FDC8828BBC7}" type="presParOf" srcId="{B2FE1256-71D3-4348-B90D-FEBDACE046EE}" destId="{3EFA68F5-E66E-40A9-BDA1-25514140C068}" srcOrd="6" destOrd="0" presId="urn:microsoft.com/office/officeart/2005/8/layout/orgChart1"/>
    <dgm:cxn modelId="{8FA403CD-B0CE-4698-BEE2-B93E0B01576C}" type="presParOf" srcId="{B2FE1256-71D3-4348-B90D-FEBDACE046EE}" destId="{DC2B6AC1-ECE5-42CE-8F38-4CF4F81CB37C}" srcOrd="7" destOrd="0" presId="urn:microsoft.com/office/officeart/2005/8/layout/orgChart1"/>
    <dgm:cxn modelId="{87BB1BD4-BD6B-499F-99AB-19690012B591}" type="presParOf" srcId="{DC2B6AC1-ECE5-42CE-8F38-4CF4F81CB37C}" destId="{07028A82-3E29-4357-88FE-CB556DFCA5BA}" srcOrd="0" destOrd="0" presId="urn:microsoft.com/office/officeart/2005/8/layout/orgChart1"/>
    <dgm:cxn modelId="{208AE4D6-A6F7-4A11-B701-4EFFA7B82E40}" type="presParOf" srcId="{07028A82-3E29-4357-88FE-CB556DFCA5BA}" destId="{BDC4D86C-DAB9-4661-8B35-83E2D42504D1}" srcOrd="0" destOrd="0" presId="urn:microsoft.com/office/officeart/2005/8/layout/orgChart1"/>
    <dgm:cxn modelId="{1C240EC4-E84D-498B-B51C-EB86668E587F}" type="presParOf" srcId="{07028A82-3E29-4357-88FE-CB556DFCA5BA}" destId="{9223FF4C-8401-4065-B0BA-1B5F6E820176}" srcOrd="1" destOrd="0" presId="urn:microsoft.com/office/officeart/2005/8/layout/orgChart1"/>
    <dgm:cxn modelId="{E7C5C7F8-1FB7-4090-BF68-E662BF23D041}" type="presParOf" srcId="{DC2B6AC1-ECE5-42CE-8F38-4CF4F81CB37C}" destId="{BEE50C71-CEDF-4F01-A5FF-188E6C0F319F}" srcOrd="1" destOrd="0" presId="urn:microsoft.com/office/officeart/2005/8/layout/orgChart1"/>
    <dgm:cxn modelId="{230D5D0E-A557-4C88-813C-286B502B03D3}" type="presParOf" srcId="{BEE50C71-CEDF-4F01-A5FF-188E6C0F319F}" destId="{B42FF04F-E8AA-47EA-B632-61335193E0B2}" srcOrd="0" destOrd="0" presId="urn:microsoft.com/office/officeart/2005/8/layout/orgChart1"/>
    <dgm:cxn modelId="{888A1678-9A8E-4DC6-9840-A0CD373CE8EC}" type="presParOf" srcId="{BEE50C71-CEDF-4F01-A5FF-188E6C0F319F}" destId="{BE29896C-060B-42CE-8A9D-5DC5CBF54413}" srcOrd="1" destOrd="0" presId="urn:microsoft.com/office/officeart/2005/8/layout/orgChart1"/>
    <dgm:cxn modelId="{D62B1735-C598-4DC3-BBA8-7A81B0BBCD74}" type="presParOf" srcId="{BE29896C-060B-42CE-8A9D-5DC5CBF54413}" destId="{62CE7DDC-C55F-4E63-84BA-C602903956A1}" srcOrd="0" destOrd="0" presId="urn:microsoft.com/office/officeart/2005/8/layout/orgChart1"/>
    <dgm:cxn modelId="{CEAF63C4-7D12-4D5B-94DF-C9CA0FBA5E07}" type="presParOf" srcId="{62CE7DDC-C55F-4E63-84BA-C602903956A1}" destId="{D1F904A5-7A67-4D60-9FC2-BA61F8D82321}" srcOrd="0" destOrd="0" presId="urn:microsoft.com/office/officeart/2005/8/layout/orgChart1"/>
    <dgm:cxn modelId="{FE87DFDF-6E04-4BC4-8C59-5F5D33F773BC}" type="presParOf" srcId="{62CE7DDC-C55F-4E63-84BA-C602903956A1}" destId="{C6BB6561-2EE0-451D-AB3D-04C58CBD83AE}" srcOrd="1" destOrd="0" presId="urn:microsoft.com/office/officeart/2005/8/layout/orgChart1"/>
    <dgm:cxn modelId="{257B20A9-CB06-476F-BE17-155C5606C9D9}" type="presParOf" srcId="{BE29896C-060B-42CE-8A9D-5DC5CBF54413}" destId="{B9C27C98-1670-4646-B5C9-9DB472EACE99}" srcOrd="1" destOrd="0" presId="urn:microsoft.com/office/officeart/2005/8/layout/orgChart1"/>
    <dgm:cxn modelId="{AC1F5EA8-FA1B-4BC8-AC15-B16D5A50A3ED}" type="presParOf" srcId="{BE29896C-060B-42CE-8A9D-5DC5CBF54413}" destId="{CF0A705D-97C5-415C-B65B-40A0C6E04C85}" srcOrd="2" destOrd="0" presId="urn:microsoft.com/office/officeart/2005/8/layout/orgChart1"/>
    <dgm:cxn modelId="{E6D3A021-BBA1-4144-B2DF-E3F7792B92E0}" type="presParOf" srcId="{BEE50C71-CEDF-4F01-A5FF-188E6C0F319F}" destId="{50AAC6D7-2853-417E-95AE-67C15DD7A125}" srcOrd="2" destOrd="0" presId="urn:microsoft.com/office/officeart/2005/8/layout/orgChart1"/>
    <dgm:cxn modelId="{B2D32369-F6B3-4E61-9B1C-07C713E28C71}" type="presParOf" srcId="{BEE50C71-CEDF-4F01-A5FF-188E6C0F319F}" destId="{CF3C58BD-ED34-4563-AAD7-95822763ED49}" srcOrd="3" destOrd="0" presId="urn:microsoft.com/office/officeart/2005/8/layout/orgChart1"/>
    <dgm:cxn modelId="{4BB8964E-9157-4502-B86C-ED971B682E74}" type="presParOf" srcId="{CF3C58BD-ED34-4563-AAD7-95822763ED49}" destId="{3CBD9C63-C987-41A7-9727-AE9524968D45}" srcOrd="0" destOrd="0" presId="urn:microsoft.com/office/officeart/2005/8/layout/orgChart1"/>
    <dgm:cxn modelId="{A9D427BD-0F63-45D6-AE2A-08662C7B93DE}" type="presParOf" srcId="{3CBD9C63-C987-41A7-9727-AE9524968D45}" destId="{D335674D-B8B0-4900-A11A-E0F70EC46E9B}" srcOrd="0" destOrd="0" presId="urn:microsoft.com/office/officeart/2005/8/layout/orgChart1"/>
    <dgm:cxn modelId="{90B92BFD-3F0C-47D1-A4DE-AF2DEAA48570}" type="presParOf" srcId="{3CBD9C63-C987-41A7-9727-AE9524968D45}" destId="{9622E771-9DA7-4627-A1C6-7956AD9740C6}" srcOrd="1" destOrd="0" presId="urn:microsoft.com/office/officeart/2005/8/layout/orgChart1"/>
    <dgm:cxn modelId="{810DE2E3-2253-4EF0-AEF9-50046B7ADF82}" type="presParOf" srcId="{CF3C58BD-ED34-4563-AAD7-95822763ED49}" destId="{AC9F5253-A9B6-4D69-975D-D40BA836EFD0}" srcOrd="1" destOrd="0" presId="urn:microsoft.com/office/officeart/2005/8/layout/orgChart1"/>
    <dgm:cxn modelId="{96D6A05B-0E03-47F6-BC11-A3666E282CB4}" type="presParOf" srcId="{CF3C58BD-ED34-4563-AAD7-95822763ED49}" destId="{5A6E9DA7-484F-41C0-8ADE-9B077FEF64AA}" srcOrd="2" destOrd="0" presId="urn:microsoft.com/office/officeart/2005/8/layout/orgChart1"/>
    <dgm:cxn modelId="{77368A9F-1360-42E1-82B2-1BCF38F3386C}" type="presParOf" srcId="{BEE50C71-CEDF-4F01-A5FF-188E6C0F319F}" destId="{E2ED1211-E956-493B-9A35-619B982AFCCD}" srcOrd="4" destOrd="0" presId="urn:microsoft.com/office/officeart/2005/8/layout/orgChart1"/>
    <dgm:cxn modelId="{9A5B17A7-3D06-4B34-BE48-25EB1EAD9F69}" type="presParOf" srcId="{BEE50C71-CEDF-4F01-A5FF-188E6C0F319F}" destId="{F384143D-D757-4CF3-9A9A-32F62FEA3847}" srcOrd="5" destOrd="0" presId="urn:microsoft.com/office/officeart/2005/8/layout/orgChart1"/>
    <dgm:cxn modelId="{26648A5F-AB01-482B-ABAB-E84805261BD9}" type="presParOf" srcId="{F384143D-D757-4CF3-9A9A-32F62FEA3847}" destId="{BE3F6C30-3EC3-474A-B9C9-A2946C0A9EF9}" srcOrd="0" destOrd="0" presId="urn:microsoft.com/office/officeart/2005/8/layout/orgChart1"/>
    <dgm:cxn modelId="{EA63400F-8BF1-4928-A108-419E73628D47}" type="presParOf" srcId="{BE3F6C30-3EC3-474A-B9C9-A2946C0A9EF9}" destId="{3C731B71-2E0B-463A-8563-0843CFE1C1E5}" srcOrd="0" destOrd="0" presId="urn:microsoft.com/office/officeart/2005/8/layout/orgChart1"/>
    <dgm:cxn modelId="{670932F7-9635-4926-9B00-B07E54275815}" type="presParOf" srcId="{BE3F6C30-3EC3-474A-B9C9-A2946C0A9EF9}" destId="{346ED9C8-917D-4614-A4EE-0C58DB07F82C}" srcOrd="1" destOrd="0" presId="urn:microsoft.com/office/officeart/2005/8/layout/orgChart1"/>
    <dgm:cxn modelId="{6BC20844-5128-4904-BD12-BF6D75390226}" type="presParOf" srcId="{F384143D-D757-4CF3-9A9A-32F62FEA3847}" destId="{57862BD6-5553-4579-BA42-8CFC83FD8805}" srcOrd="1" destOrd="0" presId="urn:microsoft.com/office/officeart/2005/8/layout/orgChart1"/>
    <dgm:cxn modelId="{7EAA667F-9BEF-497A-9A14-657EBC990D13}" type="presParOf" srcId="{F384143D-D757-4CF3-9A9A-32F62FEA3847}" destId="{E5DFB8CA-2F02-4209-8019-4A95C04ABEC6}" srcOrd="2" destOrd="0" presId="urn:microsoft.com/office/officeart/2005/8/layout/orgChart1"/>
    <dgm:cxn modelId="{7239B430-CC1F-45FE-A06E-C673661B6F77}" type="presParOf" srcId="{BEE50C71-CEDF-4F01-A5FF-188E6C0F319F}" destId="{17FDBDA1-4030-46D0-BDAB-13BEC48B219D}" srcOrd="6" destOrd="0" presId="urn:microsoft.com/office/officeart/2005/8/layout/orgChart1"/>
    <dgm:cxn modelId="{E5722976-9336-4E48-B066-AB5F2F9803ED}" type="presParOf" srcId="{BEE50C71-CEDF-4F01-A5FF-188E6C0F319F}" destId="{AD5EEA67-A174-4104-925D-091099742666}" srcOrd="7" destOrd="0" presId="urn:microsoft.com/office/officeart/2005/8/layout/orgChart1"/>
    <dgm:cxn modelId="{85B11BF6-9F62-4A0A-BE06-67A0CD00D743}" type="presParOf" srcId="{AD5EEA67-A174-4104-925D-091099742666}" destId="{92812A73-D098-4E44-BDF6-E99EF896002E}" srcOrd="0" destOrd="0" presId="urn:microsoft.com/office/officeart/2005/8/layout/orgChart1"/>
    <dgm:cxn modelId="{383797F1-882D-4BFB-B2E3-B0E5DEB16563}" type="presParOf" srcId="{92812A73-D098-4E44-BDF6-E99EF896002E}" destId="{0CB1279B-B414-4F6A-99BE-EA647112D123}" srcOrd="0" destOrd="0" presId="urn:microsoft.com/office/officeart/2005/8/layout/orgChart1"/>
    <dgm:cxn modelId="{E96EA327-3A7D-4EF2-81B8-0142170536A7}" type="presParOf" srcId="{92812A73-D098-4E44-BDF6-E99EF896002E}" destId="{1D11514D-C292-49FC-A680-A38CDADBFA69}" srcOrd="1" destOrd="0" presId="urn:microsoft.com/office/officeart/2005/8/layout/orgChart1"/>
    <dgm:cxn modelId="{0B3683FB-C612-4263-8269-4E4AC7EDCCDD}" type="presParOf" srcId="{AD5EEA67-A174-4104-925D-091099742666}" destId="{523FECC2-CF7D-448F-9EBC-C2B4BA8FA533}" srcOrd="1" destOrd="0" presId="urn:microsoft.com/office/officeart/2005/8/layout/orgChart1"/>
    <dgm:cxn modelId="{FDA87E11-DB38-4DC7-A30A-A71160F14C74}" type="presParOf" srcId="{AD5EEA67-A174-4104-925D-091099742666}" destId="{827DF1B1-5F25-48DA-8CA1-DEA504D2B7A8}" srcOrd="2" destOrd="0" presId="urn:microsoft.com/office/officeart/2005/8/layout/orgChart1"/>
    <dgm:cxn modelId="{627DC591-FA8F-477B-8780-6B399FC18D79}" type="presParOf" srcId="{BEE50C71-CEDF-4F01-A5FF-188E6C0F319F}" destId="{7B513690-A202-4E75-BCA9-94C9AF02072A}" srcOrd="8" destOrd="0" presId="urn:microsoft.com/office/officeart/2005/8/layout/orgChart1"/>
    <dgm:cxn modelId="{ABD0A87B-45CA-4418-8529-C9579E98C0F0}" type="presParOf" srcId="{BEE50C71-CEDF-4F01-A5FF-188E6C0F319F}" destId="{711F610A-AC12-4FCB-9F7F-332ED17F4168}" srcOrd="9" destOrd="0" presId="urn:microsoft.com/office/officeart/2005/8/layout/orgChart1"/>
    <dgm:cxn modelId="{41949FE9-1538-4419-B1F4-D0E302E9119E}" type="presParOf" srcId="{711F610A-AC12-4FCB-9F7F-332ED17F4168}" destId="{71C97470-E5BE-4300-A090-D34F859A825A}" srcOrd="0" destOrd="0" presId="urn:microsoft.com/office/officeart/2005/8/layout/orgChart1"/>
    <dgm:cxn modelId="{9C68D325-CBE9-4F1B-BD0D-B6409F7FB568}" type="presParOf" srcId="{71C97470-E5BE-4300-A090-D34F859A825A}" destId="{5CEE40A7-980B-4D0D-94A6-9C69D1E124F0}" srcOrd="0" destOrd="0" presId="urn:microsoft.com/office/officeart/2005/8/layout/orgChart1"/>
    <dgm:cxn modelId="{5422FC15-D979-4EDA-AB40-14B2EC3749E6}" type="presParOf" srcId="{71C97470-E5BE-4300-A090-D34F859A825A}" destId="{D1527B10-C9F2-4104-88FD-7DC253B12504}" srcOrd="1" destOrd="0" presId="urn:microsoft.com/office/officeart/2005/8/layout/orgChart1"/>
    <dgm:cxn modelId="{08E92A88-4C1F-426C-87A8-C4C987F51198}" type="presParOf" srcId="{711F610A-AC12-4FCB-9F7F-332ED17F4168}" destId="{64E901E1-38A9-480A-9835-C2CD1BC75CB0}" srcOrd="1" destOrd="0" presId="urn:microsoft.com/office/officeart/2005/8/layout/orgChart1"/>
    <dgm:cxn modelId="{B5A2A50E-C294-431D-A47D-01C8C12F9B4C}" type="presParOf" srcId="{711F610A-AC12-4FCB-9F7F-332ED17F4168}" destId="{86F1D822-8E16-4D2D-85E7-24E5141C7CEA}" srcOrd="2" destOrd="0" presId="urn:microsoft.com/office/officeart/2005/8/layout/orgChart1"/>
    <dgm:cxn modelId="{E1AAE115-8941-42C0-B6E0-E7462A3C8CAC}" type="presParOf" srcId="{BEE50C71-CEDF-4F01-A5FF-188E6C0F319F}" destId="{00ADBAA0-09B4-4C14-92E8-0EE935246621}" srcOrd="10" destOrd="0" presId="urn:microsoft.com/office/officeart/2005/8/layout/orgChart1"/>
    <dgm:cxn modelId="{EDC42DED-C69E-41C2-8FA5-333FDBE19E5A}" type="presParOf" srcId="{BEE50C71-CEDF-4F01-A5FF-188E6C0F319F}" destId="{7A216587-C813-47BB-B6E1-AE6AAE48FB86}" srcOrd="11" destOrd="0" presId="urn:microsoft.com/office/officeart/2005/8/layout/orgChart1"/>
    <dgm:cxn modelId="{A9220C43-851D-4CFF-90E0-ED25F73E7860}" type="presParOf" srcId="{7A216587-C813-47BB-B6E1-AE6AAE48FB86}" destId="{869BCDBE-8ED2-4E8A-8E3E-2E4E114435E7}" srcOrd="0" destOrd="0" presId="urn:microsoft.com/office/officeart/2005/8/layout/orgChart1"/>
    <dgm:cxn modelId="{43847A6E-B7CC-4A02-82C2-2B0870DE52A8}" type="presParOf" srcId="{869BCDBE-8ED2-4E8A-8E3E-2E4E114435E7}" destId="{543345D4-EC5F-4FF6-AECF-33B883268AC3}" srcOrd="0" destOrd="0" presId="urn:microsoft.com/office/officeart/2005/8/layout/orgChart1"/>
    <dgm:cxn modelId="{E2FCFF45-BA8C-4F60-A2B1-A5ECB485CCAC}" type="presParOf" srcId="{869BCDBE-8ED2-4E8A-8E3E-2E4E114435E7}" destId="{17DFE680-CA96-4D95-8B47-7E6D5D4136AB}" srcOrd="1" destOrd="0" presId="urn:microsoft.com/office/officeart/2005/8/layout/orgChart1"/>
    <dgm:cxn modelId="{C1DF167C-6507-4DE6-9834-55BB9B4FEE3F}" type="presParOf" srcId="{7A216587-C813-47BB-B6E1-AE6AAE48FB86}" destId="{6C30DE13-C977-4A1D-8BC0-7FCDA610BFE4}" srcOrd="1" destOrd="0" presId="urn:microsoft.com/office/officeart/2005/8/layout/orgChart1"/>
    <dgm:cxn modelId="{607FAA4D-1397-4130-A42E-5C2BCCF1F13C}" type="presParOf" srcId="{7A216587-C813-47BB-B6E1-AE6AAE48FB86}" destId="{1F4DC7FF-5BAB-4804-8460-6B9FFBA2F3AE}" srcOrd="2" destOrd="0" presId="urn:microsoft.com/office/officeart/2005/8/layout/orgChart1"/>
    <dgm:cxn modelId="{03CD3ECB-38EA-4302-8FC5-7BA60D984E1F}" type="presParOf" srcId="{DC2B6AC1-ECE5-42CE-8F38-4CF4F81CB37C}" destId="{8F09B2D6-B647-4A25-81D7-6B264D492618}" srcOrd="2" destOrd="0" presId="urn:microsoft.com/office/officeart/2005/8/layout/orgChart1"/>
    <dgm:cxn modelId="{22E92A73-77E0-43AF-8AFC-356CCAE19A1D}" type="presParOf" srcId="{B2FE1256-71D3-4348-B90D-FEBDACE046EE}" destId="{AB27DD26-36BE-4D32-A9E4-E985C4BF312D}" srcOrd="8" destOrd="0" presId="urn:microsoft.com/office/officeart/2005/8/layout/orgChart1"/>
    <dgm:cxn modelId="{66FF54CA-664B-4D55-9699-5A7C3ED7B566}" type="presParOf" srcId="{B2FE1256-71D3-4348-B90D-FEBDACE046EE}" destId="{0396C064-0807-4930-BFAB-4EB43C278008}" srcOrd="9" destOrd="0" presId="urn:microsoft.com/office/officeart/2005/8/layout/orgChart1"/>
    <dgm:cxn modelId="{4A979752-99FB-4E7F-966B-51D54F80EF28}" type="presParOf" srcId="{0396C064-0807-4930-BFAB-4EB43C278008}" destId="{064E141F-0647-40DC-9E01-6AE0B7B2DF21}" srcOrd="0" destOrd="0" presId="urn:microsoft.com/office/officeart/2005/8/layout/orgChart1"/>
    <dgm:cxn modelId="{E056D9F6-9F4B-486E-82DF-A2370DB527FB}" type="presParOf" srcId="{064E141F-0647-40DC-9E01-6AE0B7B2DF21}" destId="{A2EECED3-14F0-4DC0-A619-5B1BB7D9E5EF}" srcOrd="0" destOrd="0" presId="urn:microsoft.com/office/officeart/2005/8/layout/orgChart1"/>
    <dgm:cxn modelId="{0E6ADFD5-94C7-4D80-8E2F-8EFBBB5AE79F}" type="presParOf" srcId="{064E141F-0647-40DC-9E01-6AE0B7B2DF21}" destId="{2BD715BF-FC98-4B79-B8C2-199FA5ACA047}" srcOrd="1" destOrd="0" presId="urn:microsoft.com/office/officeart/2005/8/layout/orgChart1"/>
    <dgm:cxn modelId="{CF0A8C50-54CE-482D-9CBC-2D737917A541}" type="presParOf" srcId="{0396C064-0807-4930-BFAB-4EB43C278008}" destId="{CA04F902-4BFC-4260-902D-01E0E571CEF0}" srcOrd="1" destOrd="0" presId="urn:microsoft.com/office/officeart/2005/8/layout/orgChart1"/>
    <dgm:cxn modelId="{856F2FA8-9A39-4B12-95F1-12F1354D295F}" type="presParOf" srcId="{CA04F902-4BFC-4260-902D-01E0E571CEF0}" destId="{4CDA9C31-889E-4694-963F-F8DEC6A7897A}" srcOrd="0" destOrd="0" presId="urn:microsoft.com/office/officeart/2005/8/layout/orgChart1"/>
    <dgm:cxn modelId="{569D7FF3-A179-4852-899D-4BF7B06C4B39}" type="presParOf" srcId="{CA04F902-4BFC-4260-902D-01E0E571CEF0}" destId="{E6BDCB38-0DD2-4E8A-9EE5-E8BE953A0BB0}" srcOrd="1" destOrd="0" presId="urn:microsoft.com/office/officeart/2005/8/layout/orgChart1"/>
    <dgm:cxn modelId="{5F3E4CB4-0A91-4C63-914C-7E1FDDE98783}" type="presParOf" srcId="{E6BDCB38-0DD2-4E8A-9EE5-E8BE953A0BB0}" destId="{7B54ED52-03AD-4D93-A6EF-4A555F3E649E}" srcOrd="0" destOrd="0" presId="urn:microsoft.com/office/officeart/2005/8/layout/orgChart1"/>
    <dgm:cxn modelId="{776FA7EA-BA0B-4394-AFB6-F6A6507AE9C8}" type="presParOf" srcId="{7B54ED52-03AD-4D93-A6EF-4A555F3E649E}" destId="{2724B97C-C0DE-4EE0-89B0-3A6D90D0A117}" srcOrd="0" destOrd="0" presId="urn:microsoft.com/office/officeart/2005/8/layout/orgChart1"/>
    <dgm:cxn modelId="{C22F613B-A979-4175-8CD9-F77CD2020CFE}" type="presParOf" srcId="{7B54ED52-03AD-4D93-A6EF-4A555F3E649E}" destId="{AFF839F4-8A43-4915-8E71-7DE172FE5E33}" srcOrd="1" destOrd="0" presId="urn:microsoft.com/office/officeart/2005/8/layout/orgChart1"/>
    <dgm:cxn modelId="{13A90B3E-FD56-4A38-82EC-F4ECF6395370}" type="presParOf" srcId="{E6BDCB38-0DD2-4E8A-9EE5-E8BE953A0BB0}" destId="{5C388CA6-3613-4E7B-90FD-7BFE01A7AB49}" srcOrd="1" destOrd="0" presId="urn:microsoft.com/office/officeart/2005/8/layout/orgChart1"/>
    <dgm:cxn modelId="{0B20E711-4017-41B5-A5E5-DD7BC55A49F2}" type="presParOf" srcId="{E6BDCB38-0DD2-4E8A-9EE5-E8BE953A0BB0}" destId="{F072DE8B-4393-4185-9554-320E875FA84E}" srcOrd="2" destOrd="0" presId="urn:microsoft.com/office/officeart/2005/8/layout/orgChart1"/>
    <dgm:cxn modelId="{7A9BDE19-DEB8-4648-BDFB-A7EA7086BBF2}" type="presParOf" srcId="{CA04F902-4BFC-4260-902D-01E0E571CEF0}" destId="{5FA1B055-C616-49BB-AC55-9A6AD9F32827}" srcOrd="2" destOrd="0" presId="urn:microsoft.com/office/officeart/2005/8/layout/orgChart1"/>
    <dgm:cxn modelId="{EE76AB3B-A464-4C09-94FA-D490FBD39C60}" type="presParOf" srcId="{CA04F902-4BFC-4260-902D-01E0E571CEF0}" destId="{6F3D1A9F-D74D-4CD5-A06D-5D84D7106437}" srcOrd="3" destOrd="0" presId="urn:microsoft.com/office/officeart/2005/8/layout/orgChart1"/>
    <dgm:cxn modelId="{831F1E2C-E016-48D3-9AAB-578C5670E45A}" type="presParOf" srcId="{6F3D1A9F-D74D-4CD5-A06D-5D84D7106437}" destId="{2FF3310F-10EB-4FC9-9C58-774E02D03ED7}" srcOrd="0" destOrd="0" presId="urn:microsoft.com/office/officeart/2005/8/layout/orgChart1"/>
    <dgm:cxn modelId="{528C6217-01C8-4470-B329-5906E37A6B6A}" type="presParOf" srcId="{2FF3310F-10EB-4FC9-9C58-774E02D03ED7}" destId="{181DD9C3-4B40-468E-907D-51979967C8ED}" srcOrd="0" destOrd="0" presId="urn:microsoft.com/office/officeart/2005/8/layout/orgChart1"/>
    <dgm:cxn modelId="{1A77774D-1A89-4B5C-A78E-2EAB434FCA6C}" type="presParOf" srcId="{2FF3310F-10EB-4FC9-9C58-774E02D03ED7}" destId="{832C4666-AC2D-4F4C-8992-57BF09C63EC5}" srcOrd="1" destOrd="0" presId="urn:microsoft.com/office/officeart/2005/8/layout/orgChart1"/>
    <dgm:cxn modelId="{E7587900-31D4-4945-9A70-265319B771FE}" type="presParOf" srcId="{6F3D1A9F-D74D-4CD5-A06D-5D84D7106437}" destId="{1A211B82-586A-4C75-BE31-438ABD9A42DC}" srcOrd="1" destOrd="0" presId="urn:microsoft.com/office/officeart/2005/8/layout/orgChart1"/>
    <dgm:cxn modelId="{F4C9AE40-F66B-4525-84EC-2E85FE684762}" type="presParOf" srcId="{6F3D1A9F-D74D-4CD5-A06D-5D84D7106437}" destId="{4560E993-EEC6-4659-8534-F05A528DB1F0}" srcOrd="2" destOrd="0" presId="urn:microsoft.com/office/officeart/2005/8/layout/orgChart1"/>
    <dgm:cxn modelId="{9B30CA0F-2987-4C4B-91B5-1B6812850EF8}" type="presParOf" srcId="{CA04F902-4BFC-4260-902D-01E0E571CEF0}" destId="{2D5390B4-203A-43DF-B1F1-7A275CCCC836}" srcOrd="4" destOrd="0" presId="urn:microsoft.com/office/officeart/2005/8/layout/orgChart1"/>
    <dgm:cxn modelId="{00E930BA-308C-4079-96AE-69976545EDA3}" type="presParOf" srcId="{CA04F902-4BFC-4260-902D-01E0E571CEF0}" destId="{A7CCCF65-1111-4D79-92C4-B1E08D025FDE}" srcOrd="5" destOrd="0" presId="urn:microsoft.com/office/officeart/2005/8/layout/orgChart1"/>
    <dgm:cxn modelId="{DAABDAF5-17FA-4188-977E-DAEDFB54D25B}" type="presParOf" srcId="{A7CCCF65-1111-4D79-92C4-B1E08D025FDE}" destId="{4591AB08-8544-4BDB-B112-FA4C3A030985}" srcOrd="0" destOrd="0" presId="urn:microsoft.com/office/officeart/2005/8/layout/orgChart1"/>
    <dgm:cxn modelId="{B5AE29C1-D87E-4B6B-B939-3754EAA958D0}" type="presParOf" srcId="{4591AB08-8544-4BDB-B112-FA4C3A030985}" destId="{DD70CFD5-74F0-42BF-A913-372CF4C881B7}" srcOrd="0" destOrd="0" presId="urn:microsoft.com/office/officeart/2005/8/layout/orgChart1"/>
    <dgm:cxn modelId="{20EEF4A3-C86D-4804-A869-E41EBB2F387E}" type="presParOf" srcId="{4591AB08-8544-4BDB-B112-FA4C3A030985}" destId="{DC9FE130-4D71-4830-9E80-0AD4C686ADF7}" srcOrd="1" destOrd="0" presId="urn:microsoft.com/office/officeart/2005/8/layout/orgChart1"/>
    <dgm:cxn modelId="{62EAC1E3-29C8-4AFC-9A13-10CB0E496AC3}" type="presParOf" srcId="{A7CCCF65-1111-4D79-92C4-B1E08D025FDE}" destId="{31965E70-7478-4DA4-9A86-DABF8D906BE4}" srcOrd="1" destOrd="0" presId="urn:microsoft.com/office/officeart/2005/8/layout/orgChart1"/>
    <dgm:cxn modelId="{FBEEF566-CC69-4B79-B34A-46AD1BCCE5AB}" type="presParOf" srcId="{A7CCCF65-1111-4D79-92C4-B1E08D025FDE}" destId="{6036FD8B-A780-42A9-8D55-8A70D09E7864}" srcOrd="2" destOrd="0" presId="urn:microsoft.com/office/officeart/2005/8/layout/orgChart1"/>
    <dgm:cxn modelId="{D4C83E32-FAFD-46AF-8457-A1EA5A1B92D6}" type="presParOf" srcId="{CA04F902-4BFC-4260-902D-01E0E571CEF0}" destId="{171941B8-80D9-401F-9322-38A5C3849588}" srcOrd="6" destOrd="0" presId="urn:microsoft.com/office/officeart/2005/8/layout/orgChart1"/>
    <dgm:cxn modelId="{0F882AAC-2464-4106-AB8D-763D41DE2160}" type="presParOf" srcId="{CA04F902-4BFC-4260-902D-01E0E571CEF0}" destId="{2E7921D4-9627-4B70-BB5F-BDEAA3A0AA43}" srcOrd="7" destOrd="0" presId="urn:microsoft.com/office/officeart/2005/8/layout/orgChart1"/>
    <dgm:cxn modelId="{F12465D1-4111-4349-B745-CC1196D4FB5D}" type="presParOf" srcId="{2E7921D4-9627-4B70-BB5F-BDEAA3A0AA43}" destId="{0628A690-2994-4B19-B73C-256A1E9FC85F}" srcOrd="0" destOrd="0" presId="urn:microsoft.com/office/officeart/2005/8/layout/orgChart1"/>
    <dgm:cxn modelId="{2144C42D-DA1B-4610-9642-9080B527286E}" type="presParOf" srcId="{0628A690-2994-4B19-B73C-256A1E9FC85F}" destId="{3375E259-8092-4459-A1EB-D5BB21632999}" srcOrd="0" destOrd="0" presId="urn:microsoft.com/office/officeart/2005/8/layout/orgChart1"/>
    <dgm:cxn modelId="{9E4D9EE9-9D35-4953-8FFE-61618E302522}" type="presParOf" srcId="{0628A690-2994-4B19-B73C-256A1E9FC85F}" destId="{5752503D-4D6B-4B23-A41A-CD2C77BCB9B5}" srcOrd="1" destOrd="0" presId="urn:microsoft.com/office/officeart/2005/8/layout/orgChart1"/>
    <dgm:cxn modelId="{B40C9224-66F1-4590-B5D4-FC0D49D07375}" type="presParOf" srcId="{2E7921D4-9627-4B70-BB5F-BDEAA3A0AA43}" destId="{A692F512-1A7E-4B73-B880-CC88ADD45613}" srcOrd="1" destOrd="0" presId="urn:microsoft.com/office/officeart/2005/8/layout/orgChart1"/>
    <dgm:cxn modelId="{F27A859C-4E97-4C3F-B0E0-6379A39083B7}" type="presParOf" srcId="{2E7921D4-9627-4B70-BB5F-BDEAA3A0AA43}" destId="{814B6175-3A08-4C14-ADC5-412B96362788}" srcOrd="2" destOrd="0" presId="urn:microsoft.com/office/officeart/2005/8/layout/orgChart1"/>
    <dgm:cxn modelId="{A3ABA069-E0DE-41B5-9562-8AA015BCC2CA}" type="presParOf" srcId="{0396C064-0807-4930-BFAB-4EB43C278008}" destId="{78743691-F2BA-477D-B447-25341ACD270E}" srcOrd="2" destOrd="0" presId="urn:microsoft.com/office/officeart/2005/8/layout/orgChart1"/>
    <dgm:cxn modelId="{7F9DE926-0344-4360-B4A0-40C208F7F994}" type="presParOf" srcId="{B2FE1256-71D3-4348-B90D-FEBDACE046EE}" destId="{76CEA3A1-1373-4CAD-B9E2-0DF031E849DD}" srcOrd="10" destOrd="0" presId="urn:microsoft.com/office/officeart/2005/8/layout/orgChart1"/>
    <dgm:cxn modelId="{70CFD189-814E-4657-99F6-A993074A91C2}" type="presParOf" srcId="{B2FE1256-71D3-4348-B90D-FEBDACE046EE}" destId="{1A7E921B-6256-4C69-942C-2F8A8A394F81}" srcOrd="11" destOrd="0" presId="urn:microsoft.com/office/officeart/2005/8/layout/orgChart1"/>
    <dgm:cxn modelId="{3D80CF69-90E5-45ED-A878-2DEFD059F9C1}" type="presParOf" srcId="{1A7E921B-6256-4C69-942C-2F8A8A394F81}" destId="{D703F1D5-0815-4F8F-9C13-AC3A766B687A}" srcOrd="0" destOrd="0" presId="urn:microsoft.com/office/officeart/2005/8/layout/orgChart1"/>
    <dgm:cxn modelId="{57CFA56D-1C97-473F-882A-CAF2C15E5A89}" type="presParOf" srcId="{D703F1D5-0815-4F8F-9C13-AC3A766B687A}" destId="{4C01C07F-3D5A-4500-9D3E-23A77EF59451}" srcOrd="0" destOrd="0" presId="urn:microsoft.com/office/officeart/2005/8/layout/orgChart1"/>
    <dgm:cxn modelId="{210C5BD3-4DD3-4A6A-9B07-494D71BA5F13}" type="presParOf" srcId="{D703F1D5-0815-4F8F-9C13-AC3A766B687A}" destId="{EC466869-E7ED-4C2D-8F93-BE3DE4063780}" srcOrd="1" destOrd="0" presId="urn:microsoft.com/office/officeart/2005/8/layout/orgChart1"/>
    <dgm:cxn modelId="{7B0F6828-6F8E-475A-9E2A-E8B6DFAA78CA}" type="presParOf" srcId="{1A7E921B-6256-4C69-942C-2F8A8A394F81}" destId="{44950D80-FFB7-4FEF-8CF2-18B27A939157}" srcOrd="1" destOrd="0" presId="urn:microsoft.com/office/officeart/2005/8/layout/orgChart1"/>
    <dgm:cxn modelId="{981499FF-E945-439B-A287-968E6A948175}" type="presParOf" srcId="{44950D80-FFB7-4FEF-8CF2-18B27A939157}" destId="{3EB16C11-9F91-4E89-ADEC-C3EACEC6998C}" srcOrd="0" destOrd="0" presId="urn:microsoft.com/office/officeart/2005/8/layout/orgChart1"/>
    <dgm:cxn modelId="{0254FA02-82F9-452A-B797-AB3D570900BC}" type="presParOf" srcId="{44950D80-FFB7-4FEF-8CF2-18B27A939157}" destId="{C7869AFC-15B1-43D0-8B0B-0ADEDCF2B5B6}" srcOrd="1" destOrd="0" presId="urn:microsoft.com/office/officeart/2005/8/layout/orgChart1"/>
    <dgm:cxn modelId="{824658A8-3425-41A1-B037-B6FED7293AFE}" type="presParOf" srcId="{C7869AFC-15B1-43D0-8B0B-0ADEDCF2B5B6}" destId="{0F7084A0-DE63-45CF-97A1-F11090F6972A}" srcOrd="0" destOrd="0" presId="urn:microsoft.com/office/officeart/2005/8/layout/orgChart1"/>
    <dgm:cxn modelId="{AA30E649-70F5-460F-9338-1A0506ADFDBF}" type="presParOf" srcId="{0F7084A0-DE63-45CF-97A1-F11090F6972A}" destId="{A48C6B72-74BC-4944-B9AF-095609E490A8}" srcOrd="0" destOrd="0" presId="urn:microsoft.com/office/officeart/2005/8/layout/orgChart1"/>
    <dgm:cxn modelId="{2DED4C67-24DE-40B4-9735-B3EF5DD720C9}" type="presParOf" srcId="{0F7084A0-DE63-45CF-97A1-F11090F6972A}" destId="{CE754077-9FFD-4C3E-BC39-1AEAEAEB30C3}" srcOrd="1" destOrd="0" presId="urn:microsoft.com/office/officeart/2005/8/layout/orgChart1"/>
    <dgm:cxn modelId="{4743955A-96AF-45DC-BC7F-6A4EAE281B47}" type="presParOf" srcId="{C7869AFC-15B1-43D0-8B0B-0ADEDCF2B5B6}" destId="{55A65DA8-3CB4-49A0-B581-E130B668F371}" srcOrd="1" destOrd="0" presId="urn:microsoft.com/office/officeart/2005/8/layout/orgChart1"/>
    <dgm:cxn modelId="{45B63CA8-F062-4663-A4C5-7AC75536ED35}" type="presParOf" srcId="{C7869AFC-15B1-43D0-8B0B-0ADEDCF2B5B6}" destId="{099FB8A5-6710-4428-BB02-B0BDDCDE79F0}" srcOrd="2" destOrd="0" presId="urn:microsoft.com/office/officeart/2005/8/layout/orgChart1"/>
    <dgm:cxn modelId="{4964B2DD-77C7-45A6-9785-978E048F1626}" type="presParOf" srcId="{44950D80-FFB7-4FEF-8CF2-18B27A939157}" destId="{39023024-EB84-401E-9B3D-50547572A1E1}" srcOrd="2" destOrd="0" presId="urn:microsoft.com/office/officeart/2005/8/layout/orgChart1"/>
    <dgm:cxn modelId="{71CE4ECA-7CCE-499B-89AF-EF4C5695A18C}" type="presParOf" srcId="{44950D80-FFB7-4FEF-8CF2-18B27A939157}" destId="{6683CD5D-63D8-4709-8A4D-F14A1B55D3A9}" srcOrd="3" destOrd="0" presId="urn:microsoft.com/office/officeart/2005/8/layout/orgChart1"/>
    <dgm:cxn modelId="{2B843552-58F7-413E-BBF8-ADC024D66F74}" type="presParOf" srcId="{6683CD5D-63D8-4709-8A4D-F14A1B55D3A9}" destId="{1D223D0E-F277-487F-B8EC-FECDDBBE24E1}" srcOrd="0" destOrd="0" presId="urn:microsoft.com/office/officeart/2005/8/layout/orgChart1"/>
    <dgm:cxn modelId="{3567651A-611E-417C-A0CE-735E32CF1587}" type="presParOf" srcId="{1D223D0E-F277-487F-B8EC-FECDDBBE24E1}" destId="{429FC68E-133D-49E8-8DE1-762F3A25175E}" srcOrd="0" destOrd="0" presId="urn:microsoft.com/office/officeart/2005/8/layout/orgChart1"/>
    <dgm:cxn modelId="{1DF9ECA2-FA06-40F3-83A0-0BAAD39C9B69}" type="presParOf" srcId="{1D223D0E-F277-487F-B8EC-FECDDBBE24E1}" destId="{18E6064E-89B8-4CE4-A92D-E196CF82A2EC}" srcOrd="1" destOrd="0" presId="urn:microsoft.com/office/officeart/2005/8/layout/orgChart1"/>
    <dgm:cxn modelId="{D718024A-FB08-4DD5-AF13-81D3081240C8}" type="presParOf" srcId="{6683CD5D-63D8-4709-8A4D-F14A1B55D3A9}" destId="{65D2F64E-A76A-46CE-9FFD-BD2C2CF743CC}" srcOrd="1" destOrd="0" presId="urn:microsoft.com/office/officeart/2005/8/layout/orgChart1"/>
    <dgm:cxn modelId="{30BD23A9-9090-441F-9480-40670FDE7E5E}" type="presParOf" srcId="{6683CD5D-63D8-4709-8A4D-F14A1B55D3A9}" destId="{0188F01B-C8EA-4EDC-9F36-3298D0B1D29D}" srcOrd="2" destOrd="0" presId="urn:microsoft.com/office/officeart/2005/8/layout/orgChart1"/>
    <dgm:cxn modelId="{65360E71-EFB7-4BD0-B323-2D5E38D4EDFD}" type="presParOf" srcId="{44950D80-FFB7-4FEF-8CF2-18B27A939157}" destId="{1C07836D-40CA-435B-88BE-220B60B357E0}" srcOrd="4" destOrd="0" presId="urn:microsoft.com/office/officeart/2005/8/layout/orgChart1"/>
    <dgm:cxn modelId="{DF22268C-3ABA-4DEF-9D2A-ACE78BCEF237}" type="presParOf" srcId="{44950D80-FFB7-4FEF-8CF2-18B27A939157}" destId="{65A2ECF0-4F16-464B-A196-C75EA9067161}" srcOrd="5" destOrd="0" presId="urn:microsoft.com/office/officeart/2005/8/layout/orgChart1"/>
    <dgm:cxn modelId="{5FC2A01A-FF9C-4CF1-9EE5-8157C3E0E25E}" type="presParOf" srcId="{65A2ECF0-4F16-464B-A196-C75EA9067161}" destId="{C63B0F79-FDBB-4200-B3C1-D677D12D0CFB}" srcOrd="0" destOrd="0" presId="urn:microsoft.com/office/officeart/2005/8/layout/orgChart1"/>
    <dgm:cxn modelId="{25D32426-FAEE-453D-8F6A-073CBEB2D31D}" type="presParOf" srcId="{C63B0F79-FDBB-4200-B3C1-D677D12D0CFB}" destId="{98CCB74D-5658-4B76-8B43-B500764A36B7}" srcOrd="0" destOrd="0" presId="urn:microsoft.com/office/officeart/2005/8/layout/orgChart1"/>
    <dgm:cxn modelId="{B79F2424-2172-4A4F-BFEA-17E216CF6E5B}" type="presParOf" srcId="{C63B0F79-FDBB-4200-B3C1-D677D12D0CFB}" destId="{83FA6050-5E43-45DA-BB5B-804CB3C9B454}" srcOrd="1" destOrd="0" presId="urn:microsoft.com/office/officeart/2005/8/layout/orgChart1"/>
    <dgm:cxn modelId="{8C3D3031-2AE0-4EA2-9F5E-DE0A9CC5230F}" type="presParOf" srcId="{65A2ECF0-4F16-464B-A196-C75EA9067161}" destId="{37EE6B11-0E86-4725-805E-91CB9E6DABDC}" srcOrd="1" destOrd="0" presId="urn:microsoft.com/office/officeart/2005/8/layout/orgChart1"/>
    <dgm:cxn modelId="{D564E537-4047-4A36-A290-6C177652194D}" type="presParOf" srcId="{65A2ECF0-4F16-464B-A196-C75EA9067161}" destId="{137FC210-FF79-445D-973B-14FB5E94A56A}" srcOrd="2" destOrd="0" presId="urn:microsoft.com/office/officeart/2005/8/layout/orgChart1"/>
    <dgm:cxn modelId="{58F34BF0-D896-40D6-8557-251EF88009AA}" type="presParOf" srcId="{44950D80-FFB7-4FEF-8CF2-18B27A939157}" destId="{02477A29-E300-4A54-B485-3F3D9A87C9CF}" srcOrd="6" destOrd="0" presId="urn:microsoft.com/office/officeart/2005/8/layout/orgChart1"/>
    <dgm:cxn modelId="{BF4C9496-659F-4815-849E-02991FB44E8D}" type="presParOf" srcId="{44950D80-FFB7-4FEF-8CF2-18B27A939157}" destId="{CC7E3C9A-F660-4D31-BD22-7D491C648350}" srcOrd="7" destOrd="0" presId="urn:microsoft.com/office/officeart/2005/8/layout/orgChart1"/>
    <dgm:cxn modelId="{1132605C-C3B2-48C8-AC0D-205EABC0E6DD}" type="presParOf" srcId="{CC7E3C9A-F660-4D31-BD22-7D491C648350}" destId="{D23B017B-B398-45DA-85A7-C7282244283D}" srcOrd="0" destOrd="0" presId="urn:microsoft.com/office/officeart/2005/8/layout/orgChart1"/>
    <dgm:cxn modelId="{6C71ED9A-2DA7-49E3-AAE7-069FCF967285}" type="presParOf" srcId="{D23B017B-B398-45DA-85A7-C7282244283D}" destId="{F1CDAA44-40BE-4114-8C23-588F236CE92B}" srcOrd="0" destOrd="0" presId="urn:microsoft.com/office/officeart/2005/8/layout/orgChart1"/>
    <dgm:cxn modelId="{372A858F-D571-4D1E-9D9B-6ADC57009B66}" type="presParOf" srcId="{D23B017B-B398-45DA-85A7-C7282244283D}" destId="{363BA6F8-D0BB-4598-B805-4C06CA997CC7}" srcOrd="1" destOrd="0" presId="urn:microsoft.com/office/officeart/2005/8/layout/orgChart1"/>
    <dgm:cxn modelId="{6A290BE0-0103-4FD3-BC3C-A96DD31F6BA6}" type="presParOf" srcId="{CC7E3C9A-F660-4D31-BD22-7D491C648350}" destId="{2AE6AD9B-B16E-43F7-9EEF-70926B97E106}" srcOrd="1" destOrd="0" presId="urn:microsoft.com/office/officeart/2005/8/layout/orgChart1"/>
    <dgm:cxn modelId="{F9DE86B2-9326-4F00-A442-04A135B1E858}" type="presParOf" srcId="{CC7E3C9A-F660-4D31-BD22-7D491C648350}" destId="{EB7240D0-BDF5-4CE1-9F24-5EDEDF0AC1C6}" srcOrd="2" destOrd="0" presId="urn:microsoft.com/office/officeart/2005/8/layout/orgChart1"/>
    <dgm:cxn modelId="{705579B2-A01F-4145-82B4-5D7BB9FD3EAE}" type="presParOf" srcId="{1A7E921B-6256-4C69-942C-2F8A8A394F81}" destId="{B2138FE6-682B-45DE-B818-81B76F094086}" srcOrd="2" destOrd="0" presId="urn:microsoft.com/office/officeart/2005/8/layout/orgChart1"/>
    <dgm:cxn modelId="{882F5423-C4F9-4642-AB00-EA3F722D7BBF}" type="presParOf" srcId="{B2FE1256-71D3-4348-B90D-FEBDACE046EE}" destId="{5E701C38-AB88-4B0F-AF63-7274AD7EDC3B}" srcOrd="12" destOrd="0" presId="urn:microsoft.com/office/officeart/2005/8/layout/orgChart1"/>
    <dgm:cxn modelId="{3B3126B6-EDF1-434B-98B7-0B702E87E436}" type="presParOf" srcId="{B2FE1256-71D3-4348-B90D-FEBDACE046EE}" destId="{F21DFBE9-2DDF-45B9-9822-C4370C82BC42}" srcOrd="13" destOrd="0" presId="urn:microsoft.com/office/officeart/2005/8/layout/orgChart1"/>
    <dgm:cxn modelId="{EC095C0F-76BD-4204-BE34-5BB3D6FF9CFA}" type="presParOf" srcId="{F21DFBE9-2DDF-45B9-9822-C4370C82BC42}" destId="{44F01B98-E862-448F-9DB0-37DE7C8C34FC}" srcOrd="0" destOrd="0" presId="urn:microsoft.com/office/officeart/2005/8/layout/orgChart1"/>
    <dgm:cxn modelId="{6275BEC7-A9E5-4CFC-9682-6EF22C765450}" type="presParOf" srcId="{44F01B98-E862-448F-9DB0-37DE7C8C34FC}" destId="{9C1F261E-57CF-49F4-A6C8-D7C113773636}" srcOrd="0" destOrd="0" presId="urn:microsoft.com/office/officeart/2005/8/layout/orgChart1"/>
    <dgm:cxn modelId="{3981A957-3CA8-423F-81E2-58F623ED2E1F}" type="presParOf" srcId="{44F01B98-E862-448F-9DB0-37DE7C8C34FC}" destId="{2FA3FDB7-9843-49F8-81D4-33E031444539}" srcOrd="1" destOrd="0" presId="urn:microsoft.com/office/officeart/2005/8/layout/orgChart1"/>
    <dgm:cxn modelId="{28C06DC8-DE48-4CF9-9E20-74862B118241}" type="presParOf" srcId="{F21DFBE9-2DDF-45B9-9822-C4370C82BC42}" destId="{1D032B73-499B-4C0F-87B9-CDE86085A1C7}" srcOrd="1" destOrd="0" presId="urn:microsoft.com/office/officeart/2005/8/layout/orgChart1"/>
    <dgm:cxn modelId="{528D9E64-FA71-4052-A289-31E397BE81DD}" type="presParOf" srcId="{1D032B73-499B-4C0F-87B9-CDE86085A1C7}" destId="{E03566C5-0157-4DC4-9FD2-C805CCF66ABE}" srcOrd="0" destOrd="0" presId="urn:microsoft.com/office/officeart/2005/8/layout/orgChart1"/>
    <dgm:cxn modelId="{C2D971C0-DE5A-42BA-88C5-CD9021FBFF95}" type="presParOf" srcId="{1D032B73-499B-4C0F-87B9-CDE86085A1C7}" destId="{A49AABB5-0B0A-4D59-A43E-84456EC474B4}" srcOrd="1" destOrd="0" presId="urn:microsoft.com/office/officeart/2005/8/layout/orgChart1"/>
    <dgm:cxn modelId="{C5865700-0753-42E0-968A-937B02BBB06C}" type="presParOf" srcId="{A49AABB5-0B0A-4D59-A43E-84456EC474B4}" destId="{7654731E-0E94-4E8B-8666-9FD6541C8A7C}" srcOrd="0" destOrd="0" presId="urn:microsoft.com/office/officeart/2005/8/layout/orgChart1"/>
    <dgm:cxn modelId="{92223BE0-6D61-4158-BC5F-F7A1C41537DC}" type="presParOf" srcId="{7654731E-0E94-4E8B-8666-9FD6541C8A7C}" destId="{226AE8C5-5454-4215-9A90-8F74A2E08AD6}" srcOrd="0" destOrd="0" presId="urn:microsoft.com/office/officeart/2005/8/layout/orgChart1"/>
    <dgm:cxn modelId="{1E78137C-3C53-4E84-9487-9C0BC49AD6A1}" type="presParOf" srcId="{7654731E-0E94-4E8B-8666-9FD6541C8A7C}" destId="{CDB793E0-B758-4B31-AD2E-059FEC99A6D7}" srcOrd="1" destOrd="0" presId="urn:microsoft.com/office/officeart/2005/8/layout/orgChart1"/>
    <dgm:cxn modelId="{D47FBA43-3038-4E4E-A050-68247993A440}" type="presParOf" srcId="{A49AABB5-0B0A-4D59-A43E-84456EC474B4}" destId="{3FAF692C-0535-41B4-9A8D-765234CACB26}" srcOrd="1" destOrd="0" presId="urn:microsoft.com/office/officeart/2005/8/layout/orgChart1"/>
    <dgm:cxn modelId="{BFB1905D-3659-4D1A-8C20-BFEA66E5E286}" type="presParOf" srcId="{A49AABB5-0B0A-4D59-A43E-84456EC474B4}" destId="{F79E9ED3-01BC-4ABE-9B2D-077C6D610F5A}" srcOrd="2" destOrd="0" presId="urn:microsoft.com/office/officeart/2005/8/layout/orgChart1"/>
    <dgm:cxn modelId="{464234C0-6EDF-4D8E-813E-A22BE6BCC95D}" type="presParOf" srcId="{1D032B73-499B-4C0F-87B9-CDE86085A1C7}" destId="{A7A7ECF9-BE4A-416C-A875-C0B9A472AEAD}" srcOrd="2" destOrd="0" presId="urn:microsoft.com/office/officeart/2005/8/layout/orgChart1"/>
    <dgm:cxn modelId="{730B53F7-D50D-4E9D-9D7F-B520DCF6E323}" type="presParOf" srcId="{1D032B73-499B-4C0F-87B9-CDE86085A1C7}" destId="{5A19D7DF-15D0-46CC-B929-5D6344581BF8}" srcOrd="3" destOrd="0" presId="urn:microsoft.com/office/officeart/2005/8/layout/orgChart1"/>
    <dgm:cxn modelId="{AE2C6FF7-EFFA-417A-A4B8-15EBCDB87575}" type="presParOf" srcId="{5A19D7DF-15D0-46CC-B929-5D6344581BF8}" destId="{1350C8D8-A151-4CC1-B970-DE97ABD7390D}" srcOrd="0" destOrd="0" presId="urn:microsoft.com/office/officeart/2005/8/layout/orgChart1"/>
    <dgm:cxn modelId="{64A195BA-BFB4-47D9-87B0-69C9B2448DDF}" type="presParOf" srcId="{1350C8D8-A151-4CC1-B970-DE97ABD7390D}" destId="{FB20BA37-7E2F-428B-96C5-A04730481341}" srcOrd="0" destOrd="0" presId="urn:microsoft.com/office/officeart/2005/8/layout/orgChart1"/>
    <dgm:cxn modelId="{88653A3A-FF0C-45D1-95EF-E591DA61896B}" type="presParOf" srcId="{1350C8D8-A151-4CC1-B970-DE97ABD7390D}" destId="{D1512C44-7D67-4F26-839A-EBCC0F32E62D}" srcOrd="1" destOrd="0" presId="urn:microsoft.com/office/officeart/2005/8/layout/orgChart1"/>
    <dgm:cxn modelId="{FBA77FA2-182A-4399-9884-9761FA30E4DF}" type="presParOf" srcId="{5A19D7DF-15D0-46CC-B929-5D6344581BF8}" destId="{2976E8E6-E77E-4B5F-92D5-B38822AA8B1E}" srcOrd="1" destOrd="0" presId="urn:microsoft.com/office/officeart/2005/8/layout/orgChart1"/>
    <dgm:cxn modelId="{A8F42195-622F-4573-8242-2A21274A4C51}" type="presParOf" srcId="{5A19D7DF-15D0-46CC-B929-5D6344581BF8}" destId="{4DC1D4DB-3A59-4D06-A53F-60A95AD8EC34}" srcOrd="2" destOrd="0" presId="urn:microsoft.com/office/officeart/2005/8/layout/orgChart1"/>
    <dgm:cxn modelId="{837E3AFE-7D74-4B26-8B68-C638715E98BC}" type="presParOf" srcId="{1D032B73-499B-4C0F-87B9-CDE86085A1C7}" destId="{44C80BD4-1D9F-4693-B2EA-ABE16207FC5E}" srcOrd="4" destOrd="0" presId="urn:microsoft.com/office/officeart/2005/8/layout/orgChart1"/>
    <dgm:cxn modelId="{3889AA63-CE5F-4090-B539-677E0C68458F}" type="presParOf" srcId="{1D032B73-499B-4C0F-87B9-CDE86085A1C7}" destId="{6CDE8696-7503-4DD8-9577-0A9385C52C66}" srcOrd="5" destOrd="0" presId="urn:microsoft.com/office/officeart/2005/8/layout/orgChart1"/>
    <dgm:cxn modelId="{80493DC0-2B2F-48C1-93A7-16389DF2E9BB}" type="presParOf" srcId="{6CDE8696-7503-4DD8-9577-0A9385C52C66}" destId="{24FA4CFB-8430-4A3D-A899-63027AD56E1E}" srcOrd="0" destOrd="0" presId="urn:microsoft.com/office/officeart/2005/8/layout/orgChart1"/>
    <dgm:cxn modelId="{093ACCB6-852A-40AC-870B-A71BF54EAD94}" type="presParOf" srcId="{24FA4CFB-8430-4A3D-A899-63027AD56E1E}" destId="{979F578C-CE1A-47A6-904B-388276A82AE8}" srcOrd="0" destOrd="0" presId="urn:microsoft.com/office/officeart/2005/8/layout/orgChart1"/>
    <dgm:cxn modelId="{DAD17870-A568-4E83-BA87-5C6F52491600}" type="presParOf" srcId="{24FA4CFB-8430-4A3D-A899-63027AD56E1E}" destId="{F7FE0C91-27B9-4C13-9891-1A8880F65F80}" srcOrd="1" destOrd="0" presId="urn:microsoft.com/office/officeart/2005/8/layout/orgChart1"/>
    <dgm:cxn modelId="{B036604E-D9D4-47A3-874C-7780ADFB9A48}" type="presParOf" srcId="{6CDE8696-7503-4DD8-9577-0A9385C52C66}" destId="{5041F2D5-1D20-4F61-8864-803C469F0A84}" srcOrd="1" destOrd="0" presId="urn:microsoft.com/office/officeart/2005/8/layout/orgChart1"/>
    <dgm:cxn modelId="{7546BCB0-4F4F-44BC-85C4-BF38E9ECF8BD}" type="presParOf" srcId="{6CDE8696-7503-4DD8-9577-0A9385C52C66}" destId="{E3347756-3D43-4D00-B916-5BE2983CE9A1}" srcOrd="2" destOrd="0" presId="urn:microsoft.com/office/officeart/2005/8/layout/orgChart1"/>
    <dgm:cxn modelId="{D771519C-42F8-478F-8C59-6631EBC42AB6}" type="presParOf" srcId="{1D032B73-499B-4C0F-87B9-CDE86085A1C7}" destId="{6E6E9F20-CA5E-4025-BC61-17F435D7C569}" srcOrd="6" destOrd="0" presId="urn:microsoft.com/office/officeart/2005/8/layout/orgChart1"/>
    <dgm:cxn modelId="{0CD25B1C-0B6D-427A-B096-AB84447E4292}" type="presParOf" srcId="{1D032B73-499B-4C0F-87B9-CDE86085A1C7}" destId="{C27687A1-9CDB-4E69-911C-07601D122461}" srcOrd="7" destOrd="0" presId="urn:microsoft.com/office/officeart/2005/8/layout/orgChart1"/>
    <dgm:cxn modelId="{F8CE74CD-5D19-4B6C-8477-8F6A3C9BEA98}" type="presParOf" srcId="{C27687A1-9CDB-4E69-911C-07601D122461}" destId="{520D0F51-6871-440C-AB50-D4009BE405B8}" srcOrd="0" destOrd="0" presId="urn:microsoft.com/office/officeart/2005/8/layout/orgChart1"/>
    <dgm:cxn modelId="{C39530E8-B785-4AC2-9395-2EC533670819}" type="presParOf" srcId="{520D0F51-6871-440C-AB50-D4009BE405B8}" destId="{89333135-7DA1-47B1-8FD3-1FDB4B321DE2}" srcOrd="0" destOrd="0" presId="urn:microsoft.com/office/officeart/2005/8/layout/orgChart1"/>
    <dgm:cxn modelId="{62F3A3BA-AD6C-4290-9A53-051D327C7844}" type="presParOf" srcId="{520D0F51-6871-440C-AB50-D4009BE405B8}" destId="{8F96E45E-3B9C-4489-B47F-B47BE8BF7813}" srcOrd="1" destOrd="0" presId="urn:microsoft.com/office/officeart/2005/8/layout/orgChart1"/>
    <dgm:cxn modelId="{9DE25A47-BA5D-4563-A8F3-2CF1265375E6}" type="presParOf" srcId="{C27687A1-9CDB-4E69-911C-07601D122461}" destId="{09B2B2E4-4108-488C-BB7E-7276B8F55CB7}" srcOrd="1" destOrd="0" presId="urn:microsoft.com/office/officeart/2005/8/layout/orgChart1"/>
    <dgm:cxn modelId="{AE207CED-1E76-481F-89F4-4E5B6D4F326E}" type="presParOf" srcId="{C27687A1-9CDB-4E69-911C-07601D122461}" destId="{C3426C1C-49E2-41FB-9A58-7648194FA1B8}" srcOrd="2" destOrd="0" presId="urn:microsoft.com/office/officeart/2005/8/layout/orgChart1"/>
    <dgm:cxn modelId="{531E8F5F-4A55-4FA6-9C67-8BFC93CBD70C}" type="presParOf" srcId="{1D032B73-499B-4C0F-87B9-CDE86085A1C7}" destId="{5E4632EF-D161-47D1-BF6C-EDA74B7C09ED}" srcOrd="8" destOrd="0" presId="urn:microsoft.com/office/officeart/2005/8/layout/orgChart1"/>
    <dgm:cxn modelId="{205871A2-8A53-4898-878D-D02DD0E3A9AE}" type="presParOf" srcId="{1D032B73-499B-4C0F-87B9-CDE86085A1C7}" destId="{A9153F82-6EA1-4FE1-8E2F-C7F5375446F3}" srcOrd="9" destOrd="0" presId="urn:microsoft.com/office/officeart/2005/8/layout/orgChart1"/>
    <dgm:cxn modelId="{FC22DAD3-3961-4454-B0EC-8C0028C0AAA4}" type="presParOf" srcId="{A9153F82-6EA1-4FE1-8E2F-C7F5375446F3}" destId="{65044EA7-3ABB-4C33-B074-DD2A83E73DE7}" srcOrd="0" destOrd="0" presId="urn:microsoft.com/office/officeart/2005/8/layout/orgChart1"/>
    <dgm:cxn modelId="{3838AE1B-DDAE-4045-9CC5-B8DDFA158DC5}" type="presParOf" srcId="{65044EA7-3ABB-4C33-B074-DD2A83E73DE7}" destId="{60EBEB46-053F-4E68-96B5-51D4DE2B504A}" srcOrd="0" destOrd="0" presId="urn:microsoft.com/office/officeart/2005/8/layout/orgChart1"/>
    <dgm:cxn modelId="{8E05A592-F68B-4517-8F59-FBE84EC6F855}" type="presParOf" srcId="{65044EA7-3ABB-4C33-B074-DD2A83E73DE7}" destId="{605AD9F8-466F-411E-A5DD-CBABE9ABF6FB}" srcOrd="1" destOrd="0" presId="urn:microsoft.com/office/officeart/2005/8/layout/orgChart1"/>
    <dgm:cxn modelId="{F1712CB9-D99E-404D-BFC2-5820CA5A108F}" type="presParOf" srcId="{A9153F82-6EA1-4FE1-8E2F-C7F5375446F3}" destId="{5C567427-70A9-4697-A01E-3DE9889F70EA}" srcOrd="1" destOrd="0" presId="urn:microsoft.com/office/officeart/2005/8/layout/orgChart1"/>
    <dgm:cxn modelId="{98C460ED-3259-46DD-92D3-23D7B49B9DA5}" type="presParOf" srcId="{A9153F82-6EA1-4FE1-8E2F-C7F5375446F3}" destId="{479EB5E0-AA95-4F7E-A9EB-F6A9C68B75B1}" srcOrd="2" destOrd="0" presId="urn:microsoft.com/office/officeart/2005/8/layout/orgChart1"/>
    <dgm:cxn modelId="{BDBF97BB-2AFD-4C85-A953-68918EB5934E}" type="presParOf" srcId="{1D032B73-499B-4C0F-87B9-CDE86085A1C7}" destId="{7C14F102-683E-4965-B09C-62F53B00991E}" srcOrd="10" destOrd="0" presId="urn:microsoft.com/office/officeart/2005/8/layout/orgChart1"/>
    <dgm:cxn modelId="{BB5BD791-56A9-460C-8D16-329002E1F84F}" type="presParOf" srcId="{1D032B73-499B-4C0F-87B9-CDE86085A1C7}" destId="{CF2FD831-C630-422B-AA75-AC377DA72F3B}" srcOrd="11" destOrd="0" presId="urn:microsoft.com/office/officeart/2005/8/layout/orgChart1"/>
    <dgm:cxn modelId="{52086F31-2ADB-4728-B422-459389D31BAF}" type="presParOf" srcId="{CF2FD831-C630-422B-AA75-AC377DA72F3B}" destId="{1C6C3C31-C29C-4ED2-B349-BD44CD29D1A7}" srcOrd="0" destOrd="0" presId="urn:microsoft.com/office/officeart/2005/8/layout/orgChart1"/>
    <dgm:cxn modelId="{5F4805CA-4C02-4829-A412-CDB91A1F238A}" type="presParOf" srcId="{1C6C3C31-C29C-4ED2-B349-BD44CD29D1A7}" destId="{31BD3A9C-C5E4-4637-97F5-E54B9C84D75C}" srcOrd="0" destOrd="0" presId="urn:microsoft.com/office/officeart/2005/8/layout/orgChart1"/>
    <dgm:cxn modelId="{08506A29-EE03-4B3B-9B1B-02A0A90F609C}" type="presParOf" srcId="{1C6C3C31-C29C-4ED2-B349-BD44CD29D1A7}" destId="{37ED5963-9FF3-4CAC-8AB2-3288C23E42B4}" srcOrd="1" destOrd="0" presId="urn:microsoft.com/office/officeart/2005/8/layout/orgChart1"/>
    <dgm:cxn modelId="{9944D49A-5354-40E7-87B6-C382B9B744FF}" type="presParOf" srcId="{CF2FD831-C630-422B-AA75-AC377DA72F3B}" destId="{70A03DA1-D851-48EA-B907-092102B270C9}" srcOrd="1" destOrd="0" presId="urn:microsoft.com/office/officeart/2005/8/layout/orgChart1"/>
    <dgm:cxn modelId="{E3576BDA-FB94-49C8-81D0-D5327F1CFD8B}" type="presParOf" srcId="{CF2FD831-C630-422B-AA75-AC377DA72F3B}" destId="{65C126AE-22E5-430F-81FC-0C6125726D02}" srcOrd="2" destOrd="0" presId="urn:microsoft.com/office/officeart/2005/8/layout/orgChart1"/>
    <dgm:cxn modelId="{E4B42598-BE5D-4D42-9751-786B166CA7E7}" type="presParOf" srcId="{F21DFBE9-2DDF-45B9-9822-C4370C82BC42}" destId="{9341F401-C8C0-4017-BB0E-CF88800A28B6}" srcOrd="2" destOrd="0" presId="urn:microsoft.com/office/officeart/2005/8/layout/orgChart1"/>
    <dgm:cxn modelId="{E30687CB-E4E6-4A85-AF6B-A0442EF3B3B5}" type="presParOf" srcId="{B2FE1256-71D3-4348-B90D-FEBDACE046EE}" destId="{62189111-26F5-4A3C-93D4-3A0AB45DAE58}" srcOrd="14" destOrd="0" presId="urn:microsoft.com/office/officeart/2005/8/layout/orgChart1"/>
    <dgm:cxn modelId="{AA4D2975-0ED4-4F61-B2BC-0077467BC050}" type="presParOf" srcId="{B2FE1256-71D3-4348-B90D-FEBDACE046EE}" destId="{B1281D4C-1B34-4F4C-9DF3-1A7FC168D5B7}" srcOrd="15" destOrd="0" presId="urn:microsoft.com/office/officeart/2005/8/layout/orgChart1"/>
    <dgm:cxn modelId="{45A9645A-001B-4A44-8DD9-8C3AF5574F3E}" type="presParOf" srcId="{B1281D4C-1B34-4F4C-9DF3-1A7FC168D5B7}" destId="{CBABDBB3-C565-4982-9F75-7BEA5BBAEB33}" srcOrd="0" destOrd="0" presId="urn:microsoft.com/office/officeart/2005/8/layout/orgChart1"/>
    <dgm:cxn modelId="{5B95E2D1-53EE-469E-BF1B-31AAB0557ABD}" type="presParOf" srcId="{CBABDBB3-C565-4982-9F75-7BEA5BBAEB33}" destId="{B71EC558-D18E-46E7-B817-98A3C892D37D}" srcOrd="0" destOrd="0" presId="urn:microsoft.com/office/officeart/2005/8/layout/orgChart1"/>
    <dgm:cxn modelId="{16FF2D34-87B6-40C8-8C1D-576CEF21A5EC}" type="presParOf" srcId="{CBABDBB3-C565-4982-9F75-7BEA5BBAEB33}" destId="{7950AC23-447A-42A7-9666-C08214567A1A}" srcOrd="1" destOrd="0" presId="urn:microsoft.com/office/officeart/2005/8/layout/orgChart1"/>
    <dgm:cxn modelId="{0BCA112A-5224-4375-97EA-7310D0C71258}" type="presParOf" srcId="{B1281D4C-1B34-4F4C-9DF3-1A7FC168D5B7}" destId="{01662076-9D1D-4A32-A974-A592F791689E}" srcOrd="1" destOrd="0" presId="urn:microsoft.com/office/officeart/2005/8/layout/orgChart1"/>
    <dgm:cxn modelId="{E921D5DE-2B7A-4340-A387-ABB573DB8E8F}" type="presParOf" srcId="{B1281D4C-1B34-4F4C-9DF3-1A7FC168D5B7}" destId="{265BAB88-FD7F-4AF1-8B54-3FE715A3E92A}" srcOrd="2" destOrd="0" presId="urn:microsoft.com/office/officeart/2005/8/layout/orgChart1"/>
    <dgm:cxn modelId="{4FF14435-6CF8-4A3B-97B1-FB9000D1A0B7}" type="presParOf" srcId="{362DF318-F622-4A16-9E6A-1A75B6FD6903}" destId="{9C6C2BC3-2062-480B-A17D-EB074F7E2BF6}"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0D14BF-84D6-437A-ACC5-2A43E8F9B75F}">
      <dsp:nvSpPr>
        <dsp:cNvPr id="0" name=""/>
        <dsp:cNvSpPr/>
      </dsp:nvSpPr>
      <dsp:spPr>
        <a:xfrm>
          <a:off x="3851329" y="2238969"/>
          <a:ext cx="1720119" cy="1720119"/>
        </a:xfrm>
        <a:prstGeom prst="ellipse">
          <a:avLst/>
        </a:prstGeom>
        <a:solidFill>
          <a:schemeClr val="dk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SQL</a:t>
          </a:r>
          <a:endParaRPr lang="en-IN" sz="2800" b="1" kern="1200" dirty="0"/>
        </a:p>
      </dsp:txBody>
      <dsp:txXfrm>
        <a:off x="4103235" y="2490875"/>
        <a:ext cx="1216307" cy="1216307"/>
      </dsp:txXfrm>
    </dsp:sp>
    <dsp:sp modelId="{5EED563B-EBC6-48A9-A0DD-32775E5BC451}">
      <dsp:nvSpPr>
        <dsp:cNvPr id="0" name=""/>
        <dsp:cNvSpPr/>
      </dsp:nvSpPr>
      <dsp:spPr>
        <a:xfrm rot="16200000">
          <a:off x="4529379" y="1613436"/>
          <a:ext cx="364020" cy="584840"/>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4583982" y="1785007"/>
        <a:ext cx="254814" cy="350904"/>
      </dsp:txXfrm>
    </dsp:sp>
    <dsp:sp modelId="{2DC32194-0647-4990-AAE9-1D4CB336D2D7}">
      <dsp:nvSpPr>
        <dsp:cNvPr id="0" name=""/>
        <dsp:cNvSpPr/>
      </dsp:nvSpPr>
      <dsp:spPr>
        <a:xfrm>
          <a:off x="3778654" y="4031"/>
          <a:ext cx="1865469" cy="1548107"/>
        </a:xfrm>
        <a:prstGeom prst="ellipse">
          <a:avLst/>
        </a:prstGeom>
        <a:solidFill>
          <a:schemeClr val="dk2">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OPERATORS</a:t>
          </a:r>
        </a:p>
      </dsp:txBody>
      <dsp:txXfrm>
        <a:off x="4051846" y="230746"/>
        <a:ext cx="1319085" cy="1094677"/>
      </dsp:txXfrm>
    </dsp:sp>
    <dsp:sp modelId="{D455CDAB-F95B-4C8B-ACF3-5962B5331736}">
      <dsp:nvSpPr>
        <dsp:cNvPr id="0" name=""/>
        <dsp:cNvSpPr/>
      </dsp:nvSpPr>
      <dsp:spPr>
        <a:xfrm rot="19285714">
          <a:off x="5452205" y="2089249"/>
          <a:ext cx="317449" cy="584840"/>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5462594" y="2235906"/>
        <a:ext cx="222214" cy="350904"/>
      </dsp:txXfrm>
    </dsp:sp>
    <dsp:sp modelId="{FFA0E450-7571-422C-B0F2-7ABE2409554C}">
      <dsp:nvSpPr>
        <dsp:cNvPr id="0" name=""/>
        <dsp:cNvSpPr/>
      </dsp:nvSpPr>
      <dsp:spPr>
        <a:xfrm>
          <a:off x="5589665" y="877890"/>
          <a:ext cx="1872622" cy="1548107"/>
        </a:xfrm>
        <a:prstGeom prst="ellipse">
          <a:avLst/>
        </a:prstGeom>
        <a:solidFill>
          <a:schemeClr val="dk2">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a:t>FUNCTIONS</a:t>
          </a:r>
        </a:p>
      </dsp:txBody>
      <dsp:txXfrm>
        <a:off x="5863904" y="1104605"/>
        <a:ext cx="1324144" cy="1094677"/>
      </dsp:txXfrm>
    </dsp:sp>
    <dsp:sp modelId="{1636D4D0-B452-435F-8C67-E9F624875735}">
      <dsp:nvSpPr>
        <dsp:cNvPr id="0" name=""/>
        <dsp:cNvSpPr/>
      </dsp:nvSpPr>
      <dsp:spPr>
        <a:xfrm rot="771429">
          <a:off x="5655340" y="3052748"/>
          <a:ext cx="268913" cy="584840"/>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5656351" y="3160740"/>
        <a:ext cx="188239" cy="350904"/>
      </dsp:txXfrm>
    </dsp:sp>
    <dsp:sp modelId="{69B3E490-E502-491D-9D0C-C64F7841E0A4}">
      <dsp:nvSpPr>
        <dsp:cNvPr id="0" name=""/>
        <dsp:cNvSpPr/>
      </dsp:nvSpPr>
      <dsp:spPr>
        <a:xfrm>
          <a:off x="6007527" y="2841434"/>
          <a:ext cx="1933230" cy="1548107"/>
        </a:xfrm>
        <a:prstGeom prst="ellipse">
          <a:avLst/>
        </a:prstGeom>
        <a:solidFill>
          <a:schemeClr val="dk2">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CLAUSE</a:t>
          </a:r>
        </a:p>
      </dsp:txBody>
      <dsp:txXfrm>
        <a:off x="6290642" y="3068149"/>
        <a:ext cx="1367000" cy="1094677"/>
      </dsp:txXfrm>
    </dsp:sp>
    <dsp:sp modelId="{6909E2D1-983C-43C0-B0B0-0B1966359966}">
      <dsp:nvSpPr>
        <dsp:cNvPr id="0" name=""/>
        <dsp:cNvSpPr/>
      </dsp:nvSpPr>
      <dsp:spPr>
        <a:xfrm rot="3857143">
          <a:off x="5048932" y="3866766"/>
          <a:ext cx="346004" cy="584840"/>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5078314" y="3936973"/>
        <a:ext cx="242203" cy="350904"/>
      </dsp:txXfrm>
    </dsp:sp>
    <dsp:sp modelId="{9116DE8D-7B50-470F-AE80-B4EE8796121A}">
      <dsp:nvSpPr>
        <dsp:cNvPr id="0" name=""/>
        <dsp:cNvSpPr/>
      </dsp:nvSpPr>
      <dsp:spPr>
        <a:xfrm>
          <a:off x="4686324" y="4416073"/>
          <a:ext cx="2064169" cy="1548107"/>
        </a:xfrm>
        <a:prstGeom prst="ellipse">
          <a:avLst/>
        </a:prstGeom>
        <a:solidFill>
          <a:schemeClr val="dk2">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JOINS</a:t>
          </a:r>
        </a:p>
      </dsp:txBody>
      <dsp:txXfrm>
        <a:off x="4988615" y="4642788"/>
        <a:ext cx="1459587" cy="1094677"/>
      </dsp:txXfrm>
    </dsp:sp>
    <dsp:sp modelId="{78ED0AAB-ADEA-4502-836F-B9526F272C6E}">
      <dsp:nvSpPr>
        <dsp:cNvPr id="0" name=""/>
        <dsp:cNvSpPr/>
      </dsp:nvSpPr>
      <dsp:spPr>
        <a:xfrm rot="6942857">
          <a:off x="4024545" y="3869796"/>
          <a:ext cx="349679" cy="584840"/>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rot="10800000">
        <a:off x="4099755" y="3939506"/>
        <a:ext cx="244775" cy="350904"/>
      </dsp:txXfrm>
    </dsp:sp>
    <dsp:sp modelId="{701A3AAE-F668-47C2-8AD9-CAD49AC9AF8D}">
      <dsp:nvSpPr>
        <dsp:cNvPr id="0" name=""/>
        <dsp:cNvSpPr/>
      </dsp:nvSpPr>
      <dsp:spPr>
        <a:xfrm>
          <a:off x="2742228" y="4416073"/>
          <a:ext cx="1924282" cy="1548107"/>
        </a:xfrm>
        <a:prstGeom prst="ellipse">
          <a:avLst/>
        </a:prstGeom>
        <a:solidFill>
          <a:schemeClr val="dk2">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SET OPERATORS</a:t>
          </a:r>
        </a:p>
      </dsp:txBody>
      <dsp:txXfrm>
        <a:off x="3024033" y="4642788"/>
        <a:ext cx="1360672" cy="1094677"/>
      </dsp:txXfrm>
    </dsp:sp>
    <dsp:sp modelId="{654CBB52-0E88-4E71-A4A7-CA305414CC81}">
      <dsp:nvSpPr>
        <dsp:cNvPr id="0" name=""/>
        <dsp:cNvSpPr/>
      </dsp:nvSpPr>
      <dsp:spPr>
        <a:xfrm rot="10028571">
          <a:off x="3500889" y="3052402"/>
          <a:ext cx="267215" cy="584840"/>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rot="10800000">
        <a:off x="3580048" y="3160451"/>
        <a:ext cx="187051" cy="350904"/>
      </dsp:txXfrm>
    </dsp:sp>
    <dsp:sp modelId="{710C0ADE-4389-41FC-9300-3BE5FCEA1EC5}">
      <dsp:nvSpPr>
        <dsp:cNvPr id="0" name=""/>
        <dsp:cNvSpPr/>
      </dsp:nvSpPr>
      <dsp:spPr>
        <a:xfrm>
          <a:off x="1478507" y="2841434"/>
          <a:ext cx="1940258" cy="1548107"/>
        </a:xfrm>
        <a:prstGeom prst="ellipse">
          <a:avLst/>
        </a:prstGeom>
        <a:solidFill>
          <a:schemeClr val="dk2">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CONSTRAINTS</a:t>
          </a:r>
        </a:p>
      </dsp:txBody>
      <dsp:txXfrm>
        <a:off x="1762651" y="3068149"/>
        <a:ext cx="1371970" cy="1094677"/>
      </dsp:txXfrm>
    </dsp:sp>
    <dsp:sp modelId="{A53486BD-CD27-4886-B9F5-80CBAA1A1488}">
      <dsp:nvSpPr>
        <dsp:cNvPr id="0" name=""/>
        <dsp:cNvSpPr/>
      </dsp:nvSpPr>
      <dsp:spPr>
        <a:xfrm rot="13114286">
          <a:off x="3654918" y="2090091"/>
          <a:ext cx="315972" cy="584840"/>
        </a:xfrm>
        <a:prstGeom prst="rightArrow">
          <a:avLst>
            <a:gd name="adj1" fmla="val 60000"/>
            <a:gd name="adj2" fmla="val 50000"/>
          </a:avLst>
        </a:prstGeom>
        <a:solidFill>
          <a:schemeClr val="dk2">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rot="10800000">
        <a:off x="3739370" y="2236610"/>
        <a:ext cx="221180" cy="350904"/>
      </dsp:txXfrm>
    </dsp:sp>
    <dsp:sp modelId="{D7A80639-23EA-411E-9C8B-64A016FE4B20}">
      <dsp:nvSpPr>
        <dsp:cNvPr id="0" name=""/>
        <dsp:cNvSpPr/>
      </dsp:nvSpPr>
      <dsp:spPr>
        <a:xfrm>
          <a:off x="1954624" y="877890"/>
          <a:ext cx="1884356" cy="1548107"/>
        </a:xfrm>
        <a:prstGeom prst="ellipse">
          <a:avLst/>
        </a:prstGeom>
        <a:solidFill>
          <a:schemeClr val="dk2">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IN" sz="1400" b="1" kern="1200" dirty="0"/>
            <a:t>STATEMENTS</a:t>
          </a:r>
        </a:p>
      </dsp:txBody>
      <dsp:txXfrm>
        <a:off x="2230582" y="1104605"/>
        <a:ext cx="1332440" cy="10946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1BF7E5-76C1-40AB-9209-A718D0894030}">
      <dsp:nvSpPr>
        <dsp:cNvPr id="0" name=""/>
        <dsp:cNvSpPr/>
      </dsp:nvSpPr>
      <dsp:spPr>
        <a:xfrm>
          <a:off x="8306875" y="2332019"/>
          <a:ext cx="783681" cy="1839124"/>
        </a:xfrm>
        <a:custGeom>
          <a:avLst/>
          <a:gdLst/>
          <a:ahLst/>
          <a:cxnLst/>
          <a:rect l="0" t="0" r="0" b="0"/>
          <a:pathLst>
            <a:path>
              <a:moveTo>
                <a:pt x="0" y="0"/>
              </a:moveTo>
              <a:lnTo>
                <a:pt x="0" y="1839124"/>
              </a:lnTo>
              <a:lnTo>
                <a:pt x="783681" y="1839124"/>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4C6969-627C-4F1F-B528-82BF1AB39FF0}">
      <dsp:nvSpPr>
        <dsp:cNvPr id="0" name=""/>
        <dsp:cNvSpPr/>
      </dsp:nvSpPr>
      <dsp:spPr>
        <a:xfrm>
          <a:off x="8306875" y="2332019"/>
          <a:ext cx="838746" cy="1140479"/>
        </a:xfrm>
        <a:custGeom>
          <a:avLst/>
          <a:gdLst/>
          <a:ahLst/>
          <a:cxnLst/>
          <a:rect l="0" t="0" r="0" b="0"/>
          <a:pathLst>
            <a:path>
              <a:moveTo>
                <a:pt x="0" y="0"/>
              </a:moveTo>
              <a:lnTo>
                <a:pt x="0" y="1140479"/>
              </a:lnTo>
              <a:lnTo>
                <a:pt x="838746" y="1140479"/>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E7E8C00-4EB9-4836-95FD-305371CB94CC}">
      <dsp:nvSpPr>
        <dsp:cNvPr id="0" name=""/>
        <dsp:cNvSpPr/>
      </dsp:nvSpPr>
      <dsp:spPr>
        <a:xfrm>
          <a:off x="8306875" y="2332019"/>
          <a:ext cx="875459" cy="395944"/>
        </a:xfrm>
        <a:custGeom>
          <a:avLst/>
          <a:gdLst/>
          <a:ahLst/>
          <a:cxnLst/>
          <a:rect l="0" t="0" r="0" b="0"/>
          <a:pathLst>
            <a:path>
              <a:moveTo>
                <a:pt x="0" y="0"/>
              </a:moveTo>
              <a:lnTo>
                <a:pt x="0" y="395944"/>
              </a:lnTo>
              <a:lnTo>
                <a:pt x="875459" y="395944"/>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7CF120-943B-4A27-9642-CFE477BC1E4F}">
      <dsp:nvSpPr>
        <dsp:cNvPr id="0" name=""/>
        <dsp:cNvSpPr/>
      </dsp:nvSpPr>
      <dsp:spPr>
        <a:xfrm>
          <a:off x="5242919" y="1622565"/>
          <a:ext cx="4032384" cy="217450"/>
        </a:xfrm>
        <a:custGeom>
          <a:avLst/>
          <a:gdLst/>
          <a:ahLst/>
          <a:cxnLst/>
          <a:rect l="0" t="0" r="0" b="0"/>
          <a:pathLst>
            <a:path>
              <a:moveTo>
                <a:pt x="0" y="0"/>
              </a:moveTo>
              <a:lnTo>
                <a:pt x="0" y="114130"/>
              </a:lnTo>
              <a:lnTo>
                <a:pt x="4032384" y="114130"/>
              </a:lnTo>
              <a:lnTo>
                <a:pt x="4032384" y="217450"/>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42449A-CF8E-480D-AE30-E38736C30D7A}">
      <dsp:nvSpPr>
        <dsp:cNvPr id="0" name=""/>
        <dsp:cNvSpPr/>
      </dsp:nvSpPr>
      <dsp:spPr>
        <a:xfrm>
          <a:off x="5520450" y="2332019"/>
          <a:ext cx="412278" cy="1140479"/>
        </a:xfrm>
        <a:custGeom>
          <a:avLst/>
          <a:gdLst/>
          <a:ahLst/>
          <a:cxnLst/>
          <a:rect l="0" t="0" r="0" b="0"/>
          <a:pathLst>
            <a:path>
              <a:moveTo>
                <a:pt x="0" y="0"/>
              </a:moveTo>
              <a:lnTo>
                <a:pt x="0" y="1140479"/>
              </a:lnTo>
              <a:lnTo>
                <a:pt x="412278" y="1140479"/>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CE2310F-1BEB-4B3C-9D8E-51FDABB91544}">
      <dsp:nvSpPr>
        <dsp:cNvPr id="0" name=""/>
        <dsp:cNvSpPr/>
      </dsp:nvSpPr>
      <dsp:spPr>
        <a:xfrm>
          <a:off x="5520450" y="2332019"/>
          <a:ext cx="412278" cy="441834"/>
        </a:xfrm>
        <a:custGeom>
          <a:avLst/>
          <a:gdLst/>
          <a:ahLst/>
          <a:cxnLst/>
          <a:rect l="0" t="0" r="0" b="0"/>
          <a:pathLst>
            <a:path>
              <a:moveTo>
                <a:pt x="0" y="0"/>
              </a:moveTo>
              <a:lnTo>
                <a:pt x="0" y="441834"/>
              </a:lnTo>
              <a:lnTo>
                <a:pt x="412278" y="441834"/>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2A897FD-F225-41D6-B703-5A55FEF20A38}">
      <dsp:nvSpPr>
        <dsp:cNvPr id="0" name=""/>
        <dsp:cNvSpPr/>
      </dsp:nvSpPr>
      <dsp:spPr>
        <a:xfrm>
          <a:off x="5242919" y="1622565"/>
          <a:ext cx="1303519" cy="217450"/>
        </a:xfrm>
        <a:custGeom>
          <a:avLst/>
          <a:gdLst/>
          <a:ahLst/>
          <a:cxnLst/>
          <a:rect l="0" t="0" r="0" b="0"/>
          <a:pathLst>
            <a:path>
              <a:moveTo>
                <a:pt x="0" y="0"/>
              </a:moveTo>
              <a:lnTo>
                <a:pt x="0" y="114130"/>
              </a:lnTo>
              <a:lnTo>
                <a:pt x="1303519" y="114130"/>
              </a:lnTo>
              <a:lnTo>
                <a:pt x="1303519" y="217450"/>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7105A1-386A-4E96-AA2C-DA3B3DFFD6B8}">
      <dsp:nvSpPr>
        <dsp:cNvPr id="0" name=""/>
        <dsp:cNvSpPr/>
      </dsp:nvSpPr>
      <dsp:spPr>
        <a:xfrm>
          <a:off x="2673743" y="2333436"/>
          <a:ext cx="431801" cy="1837707"/>
        </a:xfrm>
        <a:custGeom>
          <a:avLst/>
          <a:gdLst/>
          <a:ahLst/>
          <a:cxnLst/>
          <a:rect l="0" t="0" r="0" b="0"/>
          <a:pathLst>
            <a:path>
              <a:moveTo>
                <a:pt x="0" y="0"/>
              </a:moveTo>
              <a:lnTo>
                <a:pt x="0" y="1837707"/>
              </a:lnTo>
              <a:lnTo>
                <a:pt x="431801" y="1837707"/>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44CD87B-10DD-48ED-A736-91D92A160D33}">
      <dsp:nvSpPr>
        <dsp:cNvPr id="0" name=""/>
        <dsp:cNvSpPr/>
      </dsp:nvSpPr>
      <dsp:spPr>
        <a:xfrm>
          <a:off x="2673743" y="2333436"/>
          <a:ext cx="469961" cy="1175775"/>
        </a:xfrm>
        <a:custGeom>
          <a:avLst/>
          <a:gdLst/>
          <a:ahLst/>
          <a:cxnLst/>
          <a:rect l="0" t="0" r="0" b="0"/>
          <a:pathLst>
            <a:path>
              <a:moveTo>
                <a:pt x="0" y="0"/>
              </a:moveTo>
              <a:lnTo>
                <a:pt x="0" y="1175775"/>
              </a:lnTo>
              <a:lnTo>
                <a:pt x="469961" y="1175775"/>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5DD045-CCCD-457D-9423-9CA44D9E8B26}">
      <dsp:nvSpPr>
        <dsp:cNvPr id="0" name=""/>
        <dsp:cNvSpPr/>
      </dsp:nvSpPr>
      <dsp:spPr>
        <a:xfrm>
          <a:off x="2673743" y="2333436"/>
          <a:ext cx="500406" cy="482463"/>
        </a:xfrm>
        <a:custGeom>
          <a:avLst/>
          <a:gdLst/>
          <a:ahLst/>
          <a:cxnLst/>
          <a:rect l="0" t="0" r="0" b="0"/>
          <a:pathLst>
            <a:path>
              <a:moveTo>
                <a:pt x="0" y="0"/>
              </a:moveTo>
              <a:lnTo>
                <a:pt x="0" y="482463"/>
              </a:lnTo>
              <a:lnTo>
                <a:pt x="500406" y="482463"/>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D4A9DF-0E87-4D7E-B48F-8D430A8C2EFC}">
      <dsp:nvSpPr>
        <dsp:cNvPr id="0" name=""/>
        <dsp:cNvSpPr/>
      </dsp:nvSpPr>
      <dsp:spPr>
        <a:xfrm>
          <a:off x="3748094" y="1622565"/>
          <a:ext cx="1494825" cy="218867"/>
        </a:xfrm>
        <a:custGeom>
          <a:avLst/>
          <a:gdLst/>
          <a:ahLst/>
          <a:cxnLst/>
          <a:rect l="0" t="0" r="0" b="0"/>
          <a:pathLst>
            <a:path>
              <a:moveTo>
                <a:pt x="1494825" y="0"/>
              </a:moveTo>
              <a:lnTo>
                <a:pt x="1494825" y="115547"/>
              </a:lnTo>
              <a:lnTo>
                <a:pt x="0" y="115547"/>
              </a:lnTo>
              <a:lnTo>
                <a:pt x="0" y="218867"/>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F2BE37E-BF4A-450C-A233-38FE480D44FA}">
      <dsp:nvSpPr>
        <dsp:cNvPr id="0" name=""/>
        <dsp:cNvSpPr/>
      </dsp:nvSpPr>
      <dsp:spPr>
        <a:xfrm>
          <a:off x="219065" y="2332019"/>
          <a:ext cx="674068" cy="3215151"/>
        </a:xfrm>
        <a:custGeom>
          <a:avLst/>
          <a:gdLst/>
          <a:ahLst/>
          <a:cxnLst/>
          <a:rect l="0" t="0" r="0" b="0"/>
          <a:pathLst>
            <a:path>
              <a:moveTo>
                <a:pt x="0" y="0"/>
              </a:moveTo>
              <a:lnTo>
                <a:pt x="0" y="3215151"/>
              </a:lnTo>
              <a:lnTo>
                <a:pt x="674068" y="3215151"/>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9EB78C-6D04-4656-BEF2-8F63FFD3AD6C}">
      <dsp:nvSpPr>
        <dsp:cNvPr id="0" name=""/>
        <dsp:cNvSpPr/>
      </dsp:nvSpPr>
      <dsp:spPr>
        <a:xfrm>
          <a:off x="219065" y="2332019"/>
          <a:ext cx="652804" cy="2545494"/>
        </a:xfrm>
        <a:custGeom>
          <a:avLst/>
          <a:gdLst/>
          <a:ahLst/>
          <a:cxnLst/>
          <a:rect l="0" t="0" r="0" b="0"/>
          <a:pathLst>
            <a:path>
              <a:moveTo>
                <a:pt x="0" y="0"/>
              </a:moveTo>
              <a:lnTo>
                <a:pt x="0" y="2545494"/>
              </a:lnTo>
              <a:lnTo>
                <a:pt x="652804" y="2545494"/>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9431C6-EC2B-4F1A-AE97-7CCF8E53FEC1}">
      <dsp:nvSpPr>
        <dsp:cNvPr id="0" name=""/>
        <dsp:cNvSpPr/>
      </dsp:nvSpPr>
      <dsp:spPr>
        <a:xfrm>
          <a:off x="219065" y="2332019"/>
          <a:ext cx="642177" cy="1822677"/>
        </a:xfrm>
        <a:custGeom>
          <a:avLst/>
          <a:gdLst/>
          <a:ahLst/>
          <a:cxnLst/>
          <a:rect l="0" t="0" r="0" b="0"/>
          <a:pathLst>
            <a:path>
              <a:moveTo>
                <a:pt x="0" y="0"/>
              </a:moveTo>
              <a:lnTo>
                <a:pt x="0" y="1822677"/>
              </a:lnTo>
              <a:lnTo>
                <a:pt x="642177" y="1822677"/>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396EEE-7501-4A0B-8AE5-92CD8F72F7D9}">
      <dsp:nvSpPr>
        <dsp:cNvPr id="0" name=""/>
        <dsp:cNvSpPr/>
      </dsp:nvSpPr>
      <dsp:spPr>
        <a:xfrm>
          <a:off x="219065" y="2332019"/>
          <a:ext cx="642177" cy="1096981"/>
        </a:xfrm>
        <a:custGeom>
          <a:avLst/>
          <a:gdLst/>
          <a:ahLst/>
          <a:cxnLst/>
          <a:rect l="0" t="0" r="0" b="0"/>
          <a:pathLst>
            <a:path>
              <a:moveTo>
                <a:pt x="0" y="0"/>
              </a:moveTo>
              <a:lnTo>
                <a:pt x="0" y="1096981"/>
              </a:lnTo>
              <a:lnTo>
                <a:pt x="642177" y="1096981"/>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359885F-1F68-4E7E-93FD-E4D6831A6ABB}">
      <dsp:nvSpPr>
        <dsp:cNvPr id="0" name=""/>
        <dsp:cNvSpPr/>
      </dsp:nvSpPr>
      <dsp:spPr>
        <a:xfrm>
          <a:off x="219065" y="2332019"/>
          <a:ext cx="620902" cy="483880"/>
        </a:xfrm>
        <a:custGeom>
          <a:avLst/>
          <a:gdLst/>
          <a:ahLst/>
          <a:cxnLst/>
          <a:rect l="0" t="0" r="0" b="0"/>
          <a:pathLst>
            <a:path>
              <a:moveTo>
                <a:pt x="0" y="0"/>
              </a:moveTo>
              <a:lnTo>
                <a:pt x="0" y="483880"/>
              </a:lnTo>
              <a:lnTo>
                <a:pt x="620902" y="483880"/>
              </a:lnTo>
            </a:path>
          </a:pathLst>
        </a:custGeom>
        <a:noFill/>
        <a:ln w="15875" cap="flat" cmpd="sng" algn="ctr">
          <a:solidFill>
            <a:schemeClr val="accent3">
              <a:tint val="5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EEF931-2B59-4860-AC11-EF285428A235}">
      <dsp:nvSpPr>
        <dsp:cNvPr id="0" name=""/>
        <dsp:cNvSpPr/>
      </dsp:nvSpPr>
      <dsp:spPr>
        <a:xfrm>
          <a:off x="1095328" y="1622565"/>
          <a:ext cx="4147591" cy="217450"/>
        </a:xfrm>
        <a:custGeom>
          <a:avLst/>
          <a:gdLst/>
          <a:ahLst/>
          <a:cxnLst/>
          <a:rect l="0" t="0" r="0" b="0"/>
          <a:pathLst>
            <a:path>
              <a:moveTo>
                <a:pt x="4147591" y="0"/>
              </a:moveTo>
              <a:lnTo>
                <a:pt x="4147591" y="114130"/>
              </a:lnTo>
              <a:lnTo>
                <a:pt x="0" y="114130"/>
              </a:lnTo>
              <a:lnTo>
                <a:pt x="0" y="217450"/>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667A33-0E4E-4870-8C10-C18983AF2385}">
      <dsp:nvSpPr>
        <dsp:cNvPr id="0" name=""/>
        <dsp:cNvSpPr/>
      </dsp:nvSpPr>
      <dsp:spPr>
        <a:xfrm>
          <a:off x="5197199" y="923919"/>
          <a:ext cx="91440" cy="206641"/>
        </a:xfrm>
        <a:custGeom>
          <a:avLst/>
          <a:gdLst/>
          <a:ahLst/>
          <a:cxnLst/>
          <a:rect l="0" t="0" r="0" b="0"/>
          <a:pathLst>
            <a:path>
              <a:moveTo>
                <a:pt x="45720" y="0"/>
              </a:moveTo>
              <a:lnTo>
                <a:pt x="45720" y="206641"/>
              </a:lnTo>
            </a:path>
          </a:pathLst>
        </a:custGeom>
        <a:noFill/>
        <a:ln w="158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136514-2AC4-4E4A-8397-4AE70EB3F6EA}">
      <dsp:nvSpPr>
        <dsp:cNvPr id="0" name=""/>
        <dsp:cNvSpPr/>
      </dsp:nvSpPr>
      <dsp:spPr>
        <a:xfrm>
          <a:off x="4750916" y="431915"/>
          <a:ext cx="984007" cy="492003"/>
        </a:xfrm>
        <a:prstGeom prst="rect">
          <a:avLst/>
        </a:prstGeom>
        <a:gradFill rotWithShape="0">
          <a:gsLst>
            <a:gs pos="0">
              <a:schemeClr val="accent3">
                <a:alpha val="80000"/>
                <a:hueOff val="0"/>
                <a:satOff val="0"/>
                <a:lumOff val="0"/>
                <a:alphaOff val="0"/>
                <a:tint val="65000"/>
                <a:shade val="92000"/>
                <a:satMod val="130000"/>
              </a:schemeClr>
            </a:gs>
            <a:gs pos="45000">
              <a:schemeClr val="accent3">
                <a:alpha val="80000"/>
                <a:hueOff val="0"/>
                <a:satOff val="0"/>
                <a:lumOff val="0"/>
                <a:alphaOff val="0"/>
                <a:tint val="60000"/>
                <a:shade val="99000"/>
                <a:satMod val="120000"/>
              </a:schemeClr>
            </a:gs>
            <a:gs pos="100000">
              <a:schemeClr val="accent3">
                <a:alpha val="8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dirty="0"/>
            <a:t>SQL</a:t>
          </a:r>
          <a:endParaRPr lang="en-IN" sz="1600" b="1" kern="1200" dirty="0"/>
        </a:p>
      </dsp:txBody>
      <dsp:txXfrm>
        <a:off x="4750916" y="431915"/>
        <a:ext cx="984007" cy="492003"/>
      </dsp:txXfrm>
    </dsp:sp>
    <dsp:sp modelId="{EBC0934F-47E0-4378-9414-6ACD3F9516A8}">
      <dsp:nvSpPr>
        <dsp:cNvPr id="0" name=""/>
        <dsp:cNvSpPr/>
      </dsp:nvSpPr>
      <dsp:spPr>
        <a:xfrm>
          <a:off x="4172177" y="1130561"/>
          <a:ext cx="2141485" cy="492003"/>
        </a:xfrm>
        <a:prstGeom prst="rect">
          <a:avLst/>
        </a:prstGeom>
        <a:gradFill rotWithShape="0">
          <a:gsLst>
            <a:gs pos="0">
              <a:schemeClr val="accent3">
                <a:alpha val="70000"/>
                <a:hueOff val="0"/>
                <a:satOff val="0"/>
                <a:lumOff val="0"/>
                <a:alphaOff val="0"/>
                <a:tint val="65000"/>
                <a:shade val="92000"/>
                <a:satMod val="130000"/>
              </a:schemeClr>
            </a:gs>
            <a:gs pos="45000">
              <a:schemeClr val="accent3">
                <a:alpha val="70000"/>
                <a:hueOff val="0"/>
                <a:satOff val="0"/>
                <a:lumOff val="0"/>
                <a:alphaOff val="0"/>
                <a:tint val="60000"/>
                <a:shade val="99000"/>
                <a:satMod val="120000"/>
              </a:schemeClr>
            </a:gs>
            <a:gs pos="100000">
              <a:schemeClr val="accent3">
                <a:alpha val="7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kern="1200" dirty="0"/>
            <a:t>STATEMENTS</a:t>
          </a:r>
        </a:p>
      </dsp:txBody>
      <dsp:txXfrm>
        <a:off x="4172177" y="1130561"/>
        <a:ext cx="2141485" cy="492003"/>
      </dsp:txXfrm>
    </dsp:sp>
    <dsp:sp modelId="{048941F2-3605-472A-8725-2CE374BB8913}">
      <dsp:nvSpPr>
        <dsp:cNvPr id="0" name=""/>
        <dsp:cNvSpPr/>
      </dsp:nvSpPr>
      <dsp:spPr>
        <a:xfrm>
          <a:off x="0" y="1840015"/>
          <a:ext cx="2190656" cy="492003"/>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a:t>DDL (Data Defination Language)</a:t>
          </a:r>
          <a:endParaRPr lang="en-IN" sz="1600" b="1" kern="1200"/>
        </a:p>
      </dsp:txBody>
      <dsp:txXfrm>
        <a:off x="0" y="1840015"/>
        <a:ext cx="2190656" cy="492003"/>
      </dsp:txXfrm>
    </dsp:sp>
    <dsp:sp modelId="{6A410771-3374-4319-AA3C-2855F3E5CBD6}">
      <dsp:nvSpPr>
        <dsp:cNvPr id="0" name=""/>
        <dsp:cNvSpPr/>
      </dsp:nvSpPr>
      <dsp:spPr>
        <a:xfrm>
          <a:off x="839968" y="2569898"/>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dirty="0"/>
            <a:t>CREATE</a:t>
          </a:r>
          <a:endParaRPr lang="en-IN" sz="1600" b="1" kern="1200" dirty="0"/>
        </a:p>
      </dsp:txBody>
      <dsp:txXfrm>
        <a:off x="839968" y="2569898"/>
        <a:ext cx="984007" cy="492003"/>
      </dsp:txXfrm>
    </dsp:sp>
    <dsp:sp modelId="{31BCFD4E-53FA-42F7-8BEC-0BEDCBC936FC}">
      <dsp:nvSpPr>
        <dsp:cNvPr id="0" name=""/>
        <dsp:cNvSpPr/>
      </dsp:nvSpPr>
      <dsp:spPr>
        <a:xfrm>
          <a:off x="861242" y="3182999"/>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dirty="0"/>
            <a:t>ALTER</a:t>
          </a:r>
          <a:endParaRPr lang="en-IN" sz="1600" b="1" kern="1200" dirty="0"/>
        </a:p>
      </dsp:txBody>
      <dsp:txXfrm>
        <a:off x="861242" y="3182999"/>
        <a:ext cx="984007" cy="492003"/>
      </dsp:txXfrm>
    </dsp:sp>
    <dsp:sp modelId="{1F09E897-6B76-4F1A-AA00-13DC4AC1FDCB}">
      <dsp:nvSpPr>
        <dsp:cNvPr id="0" name=""/>
        <dsp:cNvSpPr/>
      </dsp:nvSpPr>
      <dsp:spPr>
        <a:xfrm>
          <a:off x="861242" y="3908694"/>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a:t>RENAME</a:t>
          </a:r>
          <a:endParaRPr lang="en-IN" sz="1600" b="1" kern="1200"/>
        </a:p>
      </dsp:txBody>
      <dsp:txXfrm>
        <a:off x="861242" y="3908694"/>
        <a:ext cx="984007" cy="492003"/>
      </dsp:txXfrm>
    </dsp:sp>
    <dsp:sp modelId="{3814EFFD-D1C4-4D64-A39F-C0068E2C7EAC}">
      <dsp:nvSpPr>
        <dsp:cNvPr id="0" name=""/>
        <dsp:cNvSpPr/>
      </dsp:nvSpPr>
      <dsp:spPr>
        <a:xfrm>
          <a:off x="871870" y="4631512"/>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dirty="0"/>
            <a:t>DROP</a:t>
          </a:r>
          <a:endParaRPr lang="en-IN" sz="1600" b="1" kern="1200" dirty="0"/>
        </a:p>
      </dsp:txBody>
      <dsp:txXfrm>
        <a:off x="871870" y="4631512"/>
        <a:ext cx="984007" cy="492003"/>
      </dsp:txXfrm>
    </dsp:sp>
    <dsp:sp modelId="{7B9841E3-777C-4B5F-AFB0-828FBB16A73E}">
      <dsp:nvSpPr>
        <dsp:cNvPr id="0" name=""/>
        <dsp:cNvSpPr/>
      </dsp:nvSpPr>
      <dsp:spPr>
        <a:xfrm>
          <a:off x="893134" y="5301168"/>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dirty="0"/>
            <a:t>TRUNCATE</a:t>
          </a:r>
          <a:endParaRPr lang="en-IN" sz="1600" b="1" kern="1200" dirty="0"/>
        </a:p>
      </dsp:txBody>
      <dsp:txXfrm>
        <a:off x="893134" y="5301168"/>
        <a:ext cx="984007" cy="492003"/>
      </dsp:txXfrm>
    </dsp:sp>
    <dsp:sp modelId="{D9A4E8F8-6FDF-4F2A-A508-77C3A35A9554}">
      <dsp:nvSpPr>
        <dsp:cNvPr id="0" name=""/>
        <dsp:cNvSpPr/>
      </dsp:nvSpPr>
      <dsp:spPr>
        <a:xfrm>
          <a:off x="2405155" y="1841432"/>
          <a:ext cx="2685878" cy="492003"/>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dirty="0"/>
            <a:t>DML (Data Manipulation Language)</a:t>
          </a:r>
          <a:endParaRPr lang="en-IN" sz="1600" b="1" kern="1200" dirty="0"/>
        </a:p>
      </dsp:txBody>
      <dsp:txXfrm>
        <a:off x="2405155" y="1841432"/>
        <a:ext cx="2685878" cy="492003"/>
      </dsp:txXfrm>
    </dsp:sp>
    <dsp:sp modelId="{8683F739-E635-4D45-B03D-BAD538A52A64}">
      <dsp:nvSpPr>
        <dsp:cNvPr id="0" name=""/>
        <dsp:cNvSpPr/>
      </dsp:nvSpPr>
      <dsp:spPr>
        <a:xfrm>
          <a:off x="3174149" y="2569898"/>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a:t>INSERT</a:t>
          </a:r>
          <a:endParaRPr lang="en-IN" sz="1600" b="1" kern="1200"/>
        </a:p>
      </dsp:txBody>
      <dsp:txXfrm>
        <a:off x="3174149" y="2569898"/>
        <a:ext cx="984007" cy="492003"/>
      </dsp:txXfrm>
    </dsp:sp>
    <dsp:sp modelId="{F31B6784-85D8-44C2-8C61-E543A8D5069F}">
      <dsp:nvSpPr>
        <dsp:cNvPr id="0" name=""/>
        <dsp:cNvSpPr/>
      </dsp:nvSpPr>
      <dsp:spPr>
        <a:xfrm>
          <a:off x="3143704" y="3263210"/>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dirty="0"/>
            <a:t>DELETE</a:t>
          </a:r>
          <a:endParaRPr lang="en-IN" sz="1600" b="1" kern="1200" dirty="0"/>
        </a:p>
      </dsp:txBody>
      <dsp:txXfrm>
        <a:off x="3143704" y="3263210"/>
        <a:ext cx="984007" cy="492003"/>
      </dsp:txXfrm>
    </dsp:sp>
    <dsp:sp modelId="{20632C0B-81A6-4837-8CB6-C7687741588B}">
      <dsp:nvSpPr>
        <dsp:cNvPr id="0" name=""/>
        <dsp:cNvSpPr/>
      </dsp:nvSpPr>
      <dsp:spPr>
        <a:xfrm>
          <a:off x="3105544" y="3925142"/>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a:t>UPDATE</a:t>
          </a:r>
          <a:endParaRPr lang="en-IN" sz="1600" b="1" kern="1200"/>
        </a:p>
      </dsp:txBody>
      <dsp:txXfrm>
        <a:off x="3105544" y="3925142"/>
        <a:ext cx="984007" cy="492003"/>
      </dsp:txXfrm>
    </dsp:sp>
    <dsp:sp modelId="{23009403-5DBE-40A2-9072-8774B3AC9F78}">
      <dsp:nvSpPr>
        <dsp:cNvPr id="0" name=""/>
        <dsp:cNvSpPr/>
      </dsp:nvSpPr>
      <dsp:spPr>
        <a:xfrm>
          <a:off x="5263953" y="1840015"/>
          <a:ext cx="2564973" cy="492003"/>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dirty="0"/>
            <a:t>DCL(Data Control Language)</a:t>
          </a:r>
          <a:endParaRPr lang="en-IN" sz="1600" b="1" kern="1200" dirty="0"/>
        </a:p>
      </dsp:txBody>
      <dsp:txXfrm>
        <a:off x="5263953" y="1840015"/>
        <a:ext cx="2564973" cy="492003"/>
      </dsp:txXfrm>
    </dsp:sp>
    <dsp:sp modelId="{C486216C-8A7C-436D-8E53-FE6BE5705371}">
      <dsp:nvSpPr>
        <dsp:cNvPr id="0" name=""/>
        <dsp:cNvSpPr/>
      </dsp:nvSpPr>
      <dsp:spPr>
        <a:xfrm>
          <a:off x="5932728" y="2527851"/>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a:t>GRANT</a:t>
          </a:r>
          <a:endParaRPr lang="en-IN" sz="1600" b="1" kern="1200"/>
        </a:p>
      </dsp:txBody>
      <dsp:txXfrm>
        <a:off x="5932728" y="2527851"/>
        <a:ext cx="984007" cy="492003"/>
      </dsp:txXfrm>
    </dsp:sp>
    <dsp:sp modelId="{21B9705C-438F-4F66-8F77-F53EA85F5504}">
      <dsp:nvSpPr>
        <dsp:cNvPr id="0" name=""/>
        <dsp:cNvSpPr/>
      </dsp:nvSpPr>
      <dsp:spPr>
        <a:xfrm>
          <a:off x="5932728" y="3226497"/>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a:t>REVOKE</a:t>
          </a:r>
          <a:endParaRPr lang="en-IN" sz="1600" b="1" kern="1200"/>
        </a:p>
      </dsp:txBody>
      <dsp:txXfrm>
        <a:off x="5932728" y="3226497"/>
        <a:ext cx="984007" cy="492003"/>
      </dsp:txXfrm>
    </dsp:sp>
    <dsp:sp modelId="{85474E5B-3B98-4733-BD1A-D91E59561E89}">
      <dsp:nvSpPr>
        <dsp:cNvPr id="0" name=""/>
        <dsp:cNvSpPr/>
      </dsp:nvSpPr>
      <dsp:spPr>
        <a:xfrm>
          <a:off x="8064768" y="1840015"/>
          <a:ext cx="2421071" cy="492003"/>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dirty="0"/>
            <a:t>TCL(Transfer Control Language)</a:t>
          </a:r>
          <a:endParaRPr lang="en-IN" sz="1600" b="1" kern="1200" dirty="0"/>
        </a:p>
      </dsp:txBody>
      <dsp:txXfrm>
        <a:off x="8064768" y="1840015"/>
        <a:ext cx="2421071" cy="492003"/>
      </dsp:txXfrm>
    </dsp:sp>
    <dsp:sp modelId="{FB95240F-7592-4EE1-8917-58616060829A}">
      <dsp:nvSpPr>
        <dsp:cNvPr id="0" name=""/>
        <dsp:cNvSpPr/>
      </dsp:nvSpPr>
      <dsp:spPr>
        <a:xfrm>
          <a:off x="9182335" y="2481962"/>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a:t>COMMIT</a:t>
          </a:r>
          <a:endParaRPr lang="en-IN" sz="1600" b="1" kern="1200"/>
        </a:p>
      </dsp:txBody>
      <dsp:txXfrm>
        <a:off x="9182335" y="2481962"/>
        <a:ext cx="984007" cy="492003"/>
      </dsp:txXfrm>
    </dsp:sp>
    <dsp:sp modelId="{42C51336-5706-442B-8D2B-0D90CBC4B77C}">
      <dsp:nvSpPr>
        <dsp:cNvPr id="0" name=""/>
        <dsp:cNvSpPr/>
      </dsp:nvSpPr>
      <dsp:spPr>
        <a:xfrm>
          <a:off x="9145621" y="3226497"/>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dirty="0"/>
            <a:t>ROLL BACK</a:t>
          </a:r>
          <a:endParaRPr lang="en-IN" sz="1600" b="1" kern="1200" dirty="0"/>
        </a:p>
      </dsp:txBody>
      <dsp:txXfrm>
        <a:off x="9145621" y="3226497"/>
        <a:ext cx="984007" cy="492003"/>
      </dsp:txXfrm>
    </dsp:sp>
    <dsp:sp modelId="{CD484264-F140-43A6-925D-9B1B64DD17F3}">
      <dsp:nvSpPr>
        <dsp:cNvPr id="0" name=""/>
        <dsp:cNvSpPr/>
      </dsp:nvSpPr>
      <dsp:spPr>
        <a:xfrm>
          <a:off x="9090556" y="3925142"/>
          <a:ext cx="984007" cy="492003"/>
        </a:xfrm>
        <a:prstGeom prst="rect">
          <a:avLst/>
        </a:prstGeom>
        <a:gradFill rotWithShape="0">
          <a:gsLst>
            <a:gs pos="0">
              <a:schemeClr val="accent3">
                <a:alpha val="30000"/>
                <a:hueOff val="0"/>
                <a:satOff val="0"/>
                <a:lumOff val="0"/>
                <a:alphaOff val="0"/>
                <a:tint val="65000"/>
                <a:shade val="92000"/>
                <a:satMod val="130000"/>
              </a:schemeClr>
            </a:gs>
            <a:gs pos="45000">
              <a:schemeClr val="accent3">
                <a:alpha val="30000"/>
                <a:hueOff val="0"/>
                <a:satOff val="0"/>
                <a:lumOff val="0"/>
                <a:alphaOff val="0"/>
                <a:tint val="60000"/>
                <a:shade val="99000"/>
                <a:satMod val="120000"/>
              </a:schemeClr>
            </a:gs>
            <a:gs pos="100000">
              <a:schemeClr val="accent3">
                <a:alpha val="3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IN" sz="1600" b="1" i="0" u="none" kern="1200" dirty="0"/>
            <a:t>SAVEPOINT</a:t>
          </a:r>
          <a:endParaRPr lang="en-IN" sz="1600" b="1" kern="1200" dirty="0"/>
        </a:p>
      </dsp:txBody>
      <dsp:txXfrm>
        <a:off x="9090556" y="3925142"/>
        <a:ext cx="984007" cy="4920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89111-26F5-4A3C-93D4-3A0AB45DAE58}">
      <dsp:nvSpPr>
        <dsp:cNvPr id="0" name=""/>
        <dsp:cNvSpPr/>
      </dsp:nvSpPr>
      <dsp:spPr>
        <a:xfrm>
          <a:off x="5902872" y="588246"/>
          <a:ext cx="4966470" cy="246271"/>
        </a:xfrm>
        <a:custGeom>
          <a:avLst/>
          <a:gdLst/>
          <a:ahLst/>
          <a:cxnLst/>
          <a:rect l="0" t="0" r="0" b="0"/>
          <a:pathLst>
            <a:path>
              <a:moveTo>
                <a:pt x="0" y="0"/>
              </a:moveTo>
              <a:lnTo>
                <a:pt x="0" y="123135"/>
              </a:lnTo>
              <a:lnTo>
                <a:pt x="4966470" y="123135"/>
              </a:lnTo>
              <a:lnTo>
                <a:pt x="4966470" y="246271"/>
              </a:lnTo>
            </a:path>
          </a:pathLst>
        </a:custGeom>
        <a:noFill/>
        <a:ln w="158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C14F102-683E-4965-B09C-62F53B00991E}">
      <dsp:nvSpPr>
        <dsp:cNvPr id="0" name=""/>
        <dsp:cNvSpPr/>
      </dsp:nvSpPr>
      <dsp:spPr>
        <a:xfrm>
          <a:off x="8981263" y="1420877"/>
          <a:ext cx="175908" cy="4702608"/>
        </a:xfrm>
        <a:custGeom>
          <a:avLst/>
          <a:gdLst/>
          <a:ahLst/>
          <a:cxnLst/>
          <a:rect l="0" t="0" r="0" b="0"/>
          <a:pathLst>
            <a:path>
              <a:moveTo>
                <a:pt x="0" y="0"/>
              </a:moveTo>
              <a:lnTo>
                <a:pt x="0" y="4702608"/>
              </a:lnTo>
              <a:lnTo>
                <a:pt x="175908" y="4702608"/>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4632EF-D161-47D1-BF6C-EDA74B7C09ED}">
      <dsp:nvSpPr>
        <dsp:cNvPr id="0" name=""/>
        <dsp:cNvSpPr/>
      </dsp:nvSpPr>
      <dsp:spPr>
        <a:xfrm>
          <a:off x="8981263" y="1420877"/>
          <a:ext cx="175908" cy="3869977"/>
        </a:xfrm>
        <a:custGeom>
          <a:avLst/>
          <a:gdLst/>
          <a:ahLst/>
          <a:cxnLst/>
          <a:rect l="0" t="0" r="0" b="0"/>
          <a:pathLst>
            <a:path>
              <a:moveTo>
                <a:pt x="0" y="0"/>
              </a:moveTo>
              <a:lnTo>
                <a:pt x="0" y="3869977"/>
              </a:lnTo>
              <a:lnTo>
                <a:pt x="175908" y="3869977"/>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6E9F20-CA5E-4025-BC61-17F435D7C569}">
      <dsp:nvSpPr>
        <dsp:cNvPr id="0" name=""/>
        <dsp:cNvSpPr/>
      </dsp:nvSpPr>
      <dsp:spPr>
        <a:xfrm>
          <a:off x="8981263" y="1420877"/>
          <a:ext cx="175908" cy="3037345"/>
        </a:xfrm>
        <a:custGeom>
          <a:avLst/>
          <a:gdLst/>
          <a:ahLst/>
          <a:cxnLst/>
          <a:rect l="0" t="0" r="0" b="0"/>
          <a:pathLst>
            <a:path>
              <a:moveTo>
                <a:pt x="0" y="0"/>
              </a:moveTo>
              <a:lnTo>
                <a:pt x="0" y="3037345"/>
              </a:lnTo>
              <a:lnTo>
                <a:pt x="175908" y="3037345"/>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C80BD4-1D9F-4693-B2EA-ABE16207FC5E}">
      <dsp:nvSpPr>
        <dsp:cNvPr id="0" name=""/>
        <dsp:cNvSpPr/>
      </dsp:nvSpPr>
      <dsp:spPr>
        <a:xfrm>
          <a:off x="8981263" y="1420877"/>
          <a:ext cx="175908" cy="2204714"/>
        </a:xfrm>
        <a:custGeom>
          <a:avLst/>
          <a:gdLst/>
          <a:ahLst/>
          <a:cxnLst/>
          <a:rect l="0" t="0" r="0" b="0"/>
          <a:pathLst>
            <a:path>
              <a:moveTo>
                <a:pt x="0" y="0"/>
              </a:moveTo>
              <a:lnTo>
                <a:pt x="0" y="2204714"/>
              </a:lnTo>
              <a:lnTo>
                <a:pt x="175908" y="2204714"/>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A7ECF9-BE4A-416C-A875-C0B9A472AEAD}">
      <dsp:nvSpPr>
        <dsp:cNvPr id="0" name=""/>
        <dsp:cNvSpPr/>
      </dsp:nvSpPr>
      <dsp:spPr>
        <a:xfrm>
          <a:off x="8981263" y="1420877"/>
          <a:ext cx="175908" cy="1372082"/>
        </a:xfrm>
        <a:custGeom>
          <a:avLst/>
          <a:gdLst/>
          <a:ahLst/>
          <a:cxnLst/>
          <a:rect l="0" t="0" r="0" b="0"/>
          <a:pathLst>
            <a:path>
              <a:moveTo>
                <a:pt x="0" y="0"/>
              </a:moveTo>
              <a:lnTo>
                <a:pt x="0" y="1372082"/>
              </a:lnTo>
              <a:lnTo>
                <a:pt x="175908" y="1372082"/>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03566C5-0157-4DC4-9FD2-C805CCF66ABE}">
      <dsp:nvSpPr>
        <dsp:cNvPr id="0" name=""/>
        <dsp:cNvSpPr/>
      </dsp:nvSpPr>
      <dsp:spPr>
        <a:xfrm>
          <a:off x="8981263" y="1420877"/>
          <a:ext cx="175908" cy="539451"/>
        </a:xfrm>
        <a:custGeom>
          <a:avLst/>
          <a:gdLst/>
          <a:ahLst/>
          <a:cxnLst/>
          <a:rect l="0" t="0" r="0" b="0"/>
          <a:pathLst>
            <a:path>
              <a:moveTo>
                <a:pt x="0" y="0"/>
              </a:moveTo>
              <a:lnTo>
                <a:pt x="0" y="539451"/>
              </a:lnTo>
              <a:lnTo>
                <a:pt x="175908" y="539451"/>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701C38-AB88-4B0F-AF63-7274AD7EDC3B}">
      <dsp:nvSpPr>
        <dsp:cNvPr id="0" name=""/>
        <dsp:cNvSpPr/>
      </dsp:nvSpPr>
      <dsp:spPr>
        <a:xfrm>
          <a:off x="5902872" y="588246"/>
          <a:ext cx="3547479" cy="246271"/>
        </a:xfrm>
        <a:custGeom>
          <a:avLst/>
          <a:gdLst/>
          <a:ahLst/>
          <a:cxnLst/>
          <a:rect l="0" t="0" r="0" b="0"/>
          <a:pathLst>
            <a:path>
              <a:moveTo>
                <a:pt x="0" y="0"/>
              </a:moveTo>
              <a:lnTo>
                <a:pt x="0" y="123135"/>
              </a:lnTo>
              <a:lnTo>
                <a:pt x="3547479" y="123135"/>
              </a:lnTo>
              <a:lnTo>
                <a:pt x="3547479" y="246271"/>
              </a:lnTo>
            </a:path>
          </a:pathLst>
        </a:custGeom>
        <a:noFill/>
        <a:ln w="158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477A29-E300-4A54-B485-3F3D9A87C9CF}">
      <dsp:nvSpPr>
        <dsp:cNvPr id="0" name=""/>
        <dsp:cNvSpPr/>
      </dsp:nvSpPr>
      <dsp:spPr>
        <a:xfrm>
          <a:off x="7562271" y="1420877"/>
          <a:ext cx="175908" cy="3037345"/>
        </a:xfrm>
        <a:custGeom>
          <a:avLst/>
          <a:gdLst/>
          <a:ahLst/>
          <a:cxnLst/>
          <a:rect l="0" t="0" r="0" b="0"/>
          <a:pathLst>
            <a:path>
              <a:moveTo>
                <a:pt x="0" y="0"/>
              </a:moveTo>
              <a:lnTo>
                <a:pt x="0" y="3037345"/>
              </a:lnTo>
              <a:lnTo>
                <a:pt x="175908" y="3037345"/>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07836D-40CA-435B-88BE-220B60B357E0}">
      <dsp:nvSpPr>
        <dsp:cNvPr id="0" name=""/>
        <dsp:cNvSpPr/>
      </dsp:nvSpPr>
      <dsp:spPr>
        <a:xfrm>
          <a:off x="7562271" y="1420877"/>
          <a:ext cx="175908" cy="2204714"/>
        </a:xfrm>
        <a:custGeom>
          <a:avLst/>
          <a:gdLst/>
          <a:ahLst/>
          <a:cxnLst/>
          <a:rect l="0" t="0" r="0" b="0"/>
          <a:pathLst>
            <a:path>
              <a:moveTo>
                <a:pt x="0" y="0"/>
              </a:moveTo>
              <a:lnTo>
                <a:pt x="0" y="2204714"/>
              </a:lnTo>
              <a:lnTo>
                <a:pt x="175908" y="2204714"/>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023024-EB84-401E-9B3D-50547572A1E1}">
      <dsp:nvSpPr>
        <dsp:cNvPr id="0" name=""/>
        <dsp:cNvSpPr/>
      </dsp:nvSpPr>
      <dsp:spPr>
        <a:xfrm>
          <a:off x="7562271" y="1420877"/>
          <a:ext cx="175908" cy="1372082"/>
        </a:xfrm>
        <a:custGeom>
          <a:avLst/>
          <a:gdLst/>
          <a:ahLst/>
          <a:cxnLst/>
          <a:rect l="0" t="0" r="0" b="0"/>
          <a:pathLst>
            <a:path>
              <a:moveTo>
                <a:pt x="0" y="0"/>
              </a:moveTo>
              <a:lnTo>
                <a:pt x="0" y="1372082"/>
              </a:lnTo>
              <a:lnTo>
                <a:pt x="175908" y="1372082"/>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B16C11-9F91-4E89-ADEC-C3EACEC6998C}">
      <dsp:nvSpPr>
        <dsp:cNvPr id="0" name=""/>
        <dsp:cNvSpPr/>
      </dsp:nvSpPr>
      <dsp:spPr>
        <a:xfrm>
          <a:off x="7562271" y="1420877"/>
          <a:ext cx="175908" cy="539451"/>
        </a:xfrm>
        <a:custGeom>
          <a:avLst/>
          <a:gdLst/>
          <a:ahLst/>
          <a:cxnLst/>
          <a:rect l="0" t="0" r="0" b="0"/>
          <a:pathLst>
            <a:path>
              <a:moveTo>
                <a:pt x="0" y="0"/>
              </a:moveTo>
              <a:lnTo>
                <a:pt x="0" y="539451"/>
              </a:lnTo>
              <a:lnTo>
                <a:pt x="175908" y="539451"/>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CEA3A1-1373-4CAD-B9E2-0DF031E849DD}">
      <dsp:nvSpPr>
        <dsp:cNvPr id="0" name=""/>
        <dsp:cNvSpPr/>
      </dsp:nvSpPr>
      <dsp:spPr>
        <a:xfrm>
          <a:off x="5902872" y="588246"/>
          <a:ext cx="2128487" cy="246271"/>
        </a:xfrm>
        <a:custGeom>
          <a:avLst/>
          <a:gdLst/>
          <a:ahLst/>
          <a:cxnLst/>
          <a:rect l="0" t="0" r="0" b="0"/>
          <a:pathLst>
            <a:path>
              <a:moveTo>
                <a:pt x="0" y="0"/>
              </a:moveTo>
              <a:lnTo>
                <a:pt x="0" y="123135"/>
              </a:lnTo>
              <a:lnTo>
                <a:pt x="2128487" y="123135"/>
              </a:lnTo>
              <a:lnTo>
                <a:pt x="2128487" y="246271"/>
              </a:lnTo>
            </a:path>
          </a:pathLst>
        </a:custGeom>
        <a:noFill/>
        <a:ln w="158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1941B8-80D9-401F-9322-38A5C3849588}">
      <dsp:nvSpPr>
        <dsp:cNvPr id="0" name=""/>
        <dsp:cNvSpPr/>
      </dsp:nvSpPr>
      <dsp:spPr>
        <a:xfrm>
          <a:off x="6143280" y="1420877"/>
          <a:ext cx="175908" cy="3037345"/>
        </a:xfrm>
        <a:custGeom>
          <a:avLst/>
          <a:gdLst/>
          <a:ahLst/>
          <a:cxnLst/>
          <a:rect l="0" t="0" r="0" b="0"/>
          <a:pathLst>
            <a:path>
              <a:moveTo>
                <a:pt x="0" y="0"/>
              </a:moveTo>
              <a:lnTo>
                <a:pt x="0" y="3037345"/>
              </a:lnTo>
              <a:lnTo>
                <a:pt x="175908" y="3037345"/>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D5390B4-203A-43DF-B1F1-7A275CCCC836}">
      <dsp:nvSpPr>
        <dsp:cNvPr id="0" name=""/>
        <dsp:cNvSpPr/>
      </dsp:nvSpPr>
      <dsp:spPr>
        <a:xfrm>
          <a:off x="6143280" y="1420877"/>
          <a:ext cx="175908" cy="2204714"/>
        </a:xfrm>
        <a:custGeom>
          <a:avLst/>
          <a:gdLst/>
          <a:ahLst/>
          <a:cxnLst/>
          <a:rect l="0" t="0" r="0" b="0"/>
          <a:pathLst>
            <a:path>
              <a:moveTo>
                <a:pt x="0" y="0"/>
              </a:moveTo>
              <a:lnTo>
                <a:pt x="0" y="2204714"/>
              </a:lnTo>
              <a:lnTo>
                <a:pt x="175908" y="2204714"/>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A1B055-C616-49BB-AC55-9A6AD9F32827}">
      <dsp:nvSpPr>
        <dsp:cNvPr id="0" name=""/>
        <dsp:cNvSpPr/>
      </dsp:nvSpPr>
      <dsp:spPr>
        <a:xfrm>
          <a:off x="6143280" y="1420877"/>
          <a:ext cx="175908" cy="1372082"/>
        </a:xfrm>
        <a:custGeom>
          <a:avLst/>
          <a:gdLst/>
          <a:ahLst/>
          <a:cxnLst/>
          <a:rect l="0" t="0" r="0" b="0"/>
          <a:pathLst>
            <a:path>
              <a:moveTo>
                <a:pt x="0" y="0"/>
              </a:moveTo>
              <a:lnTo>
                <a:pt x="0" y="1372082"/>
              </a:lnTo>
              <a:lnTo>
                <a:pt x="175908" y="1372082"/>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CDA9C31-889E-4694-963F-F8DEC6A7897A}">
      <dsp:nvSpPr>
        <dsp:cNvPr id="0" name=""/>
        <dsp:cNvSpPr/>
      </dsp:nvSpPr>
      <dsp:spPr>
        <a:xfrm>
          <a:off x="6143280" y="1420877"/>
          <a:ext cx="175908" cy="539451"/>
        </a:xfrm>
        <a:custGeom>
          <a:avLst/>
          <a:gdLst/>
          <a:ahLst/>
          <a:cxnLst/>
          <a:rect l="0" t="0" r="0" b="0"/>
          <a:pathLst>
            <a:path>
              <a:moveTo>
                <a:pt x="0" y="0"/>
              </a:moveTo>
              <a:lnTo>
                <a:pt x="0" y="539451"/>
              </a:lnTo>
              <a:lnTo>
                <a:pt x="175908" y="539451"/>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27DD26-36BE-4D32-A9E4-E985C4BF312D}">
      <dsp:nvSpPr>
        <dsp:cNvPr id="0" name=""/>
        <dsp:cNvSpPr/>
      </dsp:nvSpPr>
      <dsp:spPr>
        <a:xfrm>
          <a:off x="5902872" y="588246"/>
          <a:ext cx="709495" cy="246271"/>
        </a:xfrm>
        <a:custGeom>
          <a:avLst/>
          <a:gdLst/>
          <a:ahLst/>
          <a:cxnLst/>
          <a:rect l="0" t="0" r="0" b="0"/>
          <a:pathLst>
            <a:path>
              <a:moveTo>
                <a:pt x="0" y="0"/>
              </a:moveTo>
              <a:lnTo>
                <a:pt x="0" y="123135"/>
              </a:lnTo>
              <a:lnTo>
                <a:pt x="709495" y="123135"/>
              </a:lnTo>
              <a:lnTo>
                <a:pt x="709495" y="246271"/>
              </a:lnTo>
            </a:path>
          </a:pathLst>
        </a:custGeom>
        <a:noFill/>
        <a:ln w="158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ADBAA0-09B4-4C14-92E8-0EE935246621}">
      <dsp:nvSpPr>
        <dsp:cNvPr id="0" name=""/>
        <dsp:cNvSpPr/>
      </dsp:nvSpPr>
      <dsp:spPr>
        <a:xfrm>
          <a:off x="4724288" y="1420877"/>
          <a:ext cx="175908" cy="4702608"/>
        </a:xfrm>
        <a:custGeom>
          <a:avLst/>
          <a:gdLst/>
          <a:ahLst/>
          <a:cxnLst/>
          <a:rect l="0" t="0" r="0" b="0"/>
          <a:pathLst>
            <a:path>
              <a:moveTo>
                <a:pt x="0" y="0"/>
              </a:moveTo>
              <a:lnTo>
                <a:pt x="0" y="4702608"/>
              </a:lnTo>
              <a:lnTo>
                <a:pt x="175908" y="4702608"/>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513690-A202-4E75-BCA9-94C9AF02072A}">
      <dsp:nvSpPr>
        <dsp:cNvPr id="0" name=""/>
        <dsp:cNvSpPr/>
      </dsp:nvSpPr>
      <dsp:spPr>
        <a:xfrm>
          <a:off x="4724288" y="1420877"/>
          <a:ext cx="175908" cy="3869977"/>
        </a:xfrm>
        <a:custGeom>
          <a:avLst/>
          <a:gdLst/>
          <a:ahLst/>
          <a:cxnLst/>
          <a:rect l="0" t="0" r="0" b="0"/>
          <a:pathLst>
            <a:path>
              <a:moveTo>
                <a:pt x="0" y="0"/>
              </a:moveTo>
              <a:lnTo>
                <a:pt x="0" y="3869977"/>
              </a:lnTo>
              <a:lnTo>
                <a:pt x="175908" y="3869977"/>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FDBDA1-4030-46D0-BDAB-13BEC48B219D}">
      <dsp:nvSpPr>
        <dsp:cNvPr id="0" name=""/>
        <dsp:cNvSpPr/>
      </dsp:nvSpPr>
      <dsp:spPr>
        <a:xfrm>
          <a:off x="4724288" y="1420877"/>
          <a:ext cx="175908" cy="3037345"/>
        </a:xfrm>
        <a:custGeom>
          <a:avLst/>
          <a:gdLst/>
          <a:ahLst/>
          <a:cxnLst/>
          <a:rect l="0" t="0" r="0" b="0"/>
          <a:pathLst>
            <a:path>
              <a:moveTo>
                <a:pt x="0" y="0"/>
              </a:moveTo>
              <a:lnTo>
                <a:pt x="0" y="3037345"/>
              </a:lnTo>
              <a:lnTo>
                <a:pt x="175908" y="3037345"/>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ED1211-E956-493B-9A35-619B982AFCCD}">
      <dsp:nvSpPr>
        <dsp:cNvPr id="0" name=""/>
        <dsp:cNvSpPr/>
      </dsp:nvSpPr>
      <dsp:spPr>
        <a:xfrm>
          <a:off x="4724288" y="1420877"/>
          <a:ext cx="175908" cy="2204714"/>
        </a:xfrm>
        <a:custGeom>
          <a:avLst/>
          <a:gdLst/>
          <a:ahLst/>
          <a:cxnLst/>
          <a:rect l="0" t="0" r="0" b="0"/>
          <a:pathLst>
            <a:path>
              <a:moveTo>
                <a:pt x="0" y="0"/>
              </a:moveTo>
              <a:lnTo>
                <a:pt x="0" y="2204714"/>
              </a:lnTo>
              <a:lnTo>
                <a:pt x="175908" y="2204714"/>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AAC6D7-2853-417E-95AE-67C15DD7A125}">
      <dsp:nvSpPr>
        <dsp:cNvPr id="0" name=""/>
        <dsp:cNvSpPr/>
      </dsp:nvSpPr>
      <dsp:spPr>
        <a:xfrm>
          <a:off x="4724288" y="1420877"/>
          <a:ext cx="175908" cy="1372082"/>
        </a:xfrm>
        <a:custGeom>
          <a:avLst/>
          <a:gdLst/>
          <a:ahLst/>
          <a:cxnLst/>
          <a:rect l="0" t="0" r="0" b="0"/>
          <a:pathLst>
            <a:path>
              <a:moveTo>
                <a:pt x="0" y="0"/>
              </a:moveTo>
              <a:lnTo>
                <a:pt x="0" y="1372082"/>
              </a:lnTo>
              <a:lnTo>
                <a:pt x="175908" y="1372082"/>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42FF04F-E8AA-47EA-B632-61335193E0B2}">
      <dsp:nvSpPr>
        <dsp:cNvPr id="0" name=""/>
        <dsp:cNvSpPr/>
      </dsp:nvSpPr>
      <dsp:spPr>
        <a:xfrm>
          <a:off x="4724288" y="1420877"/>
          <a:ext cx="175908" cy="539451"/>
        </a:xfrm>
        <a:custGeom>
          <a:avLst/>
          <a:gdLst/>
          <a:ahLst/>
          <a:cxnLst/>
          <a:rect l="0" t="0" r="0" b="0"/>
          <a:pathLst>
            <a:path>
              <a:moveTo>
                <a:pt x="0" y="0"/>
              </a:moveTo>
              <a:lnTo>
                <a:pt x="0" y="539451"/>
              </a:lnTo>
              <a:lnTo>
                <a:pt x="175908" y="539451"/>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FA68F5-E66E-40A9-BDA1-25514140C068}">
      <dsp:nvSpPr>
        <dsp:cNvPr id="0" name=""/>
        <dsp:cNvSpPr/>
      </dsp:nvSpPr>
      <dsp:spPr>
        <a:xfrm>
          <a:off x="5193376" y="588246"/>
          <a:ext cx="709495" cy="246271"/>
        </a:xfrm>
        <a:custGeom>
          <a:avLst/>
          <a:gdLst/>
          <a:ahLst/>
          <a:cxnLst/>
          <a:rect l="0" t="0" r="0" b="0"/>
          <a:pathLst>
            <a:path>
              <a:moveTo>
                <a:pt x="709495" y="0"/>
              </a:moveTo>
              <a:lnTo>
                <a:pt x="709495" y="123135"/>
              </a:lnTo>
              <a:lnTo>
                <a:pt x="0" y="123135"/>
              </a:lnTo>
              <a:lnTo>
                <a:pt x="0" y="246271"/>
              </a:lnTo>
            </a:path>
          </a:pathLst>
        </a:custGeom>
        <a:noFill/>
        <a:ln w="158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F99045-9092-4B24-8942-F4D9DE93C540}">
      <dsp:nvSpPr>
        <dsp:cNvPr id="0" name=""/>
        <dsp:cNvSpPr/>
      </dsp:nvSpPr>
      <dsp:spPr>
        <a:xfrm>
          <a:off x="3305296" y="1420877"/>
          <a:ext cx="175908" cy="1372082"/>
        </a:xfrm>
        <a:custGeom>
          <a:avLst/>
          <a:gdLst/>
          <a:ahLst/>
          <a:cxnLst/>
          <a:rect l="0" t="0" r="0" b="0"/>
          <a:pathLst>
            <a:path>
              <a:moveTo>
                <a:pt x="0" y="0"/>
              </a:moveTo>
              <a:lnTo>
                <a:pt x="0" y="1372082"/>
              </a:lnTo>
              <a:lnTo>
                <a:pt x="175908" y="1372082"/>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EBA700-94AE-4047-A2EE-586D6C0E7825}">
      <dsp:nvSpPr>
        <dsp:cNvPr id="0" name=""/>
        <dsp:cNvSpPr/>
      </dsp:nvSpPr>
      <dsp:spPr>
        <a:xfrm>
          <a:off x="3305296" y="1420877"/>
          <a:ext cx="175908" cy="539451"/>
        </a:xfrm>
        <a:custGeom>
          <a:avLst/>
          <a:gdLst/>
          <a:ahLst/>
          <a:cxnLst/>
          <a:rect l="0" t="0" r="0" b="0"/>
          <a:pathLst>
            <a:path>
              <a:moveTo>
                <a:pt x="0" y="0"/>
              </a:moveTo>
              <a:lnTo>
                <a:pt x="0" y="539451"/>
              </a:lnTo>
              <a:lnTo>
                <a:pt x="175908" y="539451"/>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92CD2B-7670-4286-92A1-1BB207337E1E}">
      <dsp:nvSpPr>
        <dsp:cNvPr id="0" name=""/>
        <dsp:cNvSpPr/>
      </dsp:nvSpPr>
      <dsp:spPr>
        <a:xfrm>
          <a:off x="3774385" y="588246"/>
          <a:ext cx="2128487" cy="246271"/>
        </a:xfrm>
        <a:custGeom>
          <a:avLst/>
          <a:gdLst/>
          <a:ahLst/>
          <a:cxnLst/>
          <a:rect l="0" t="0" r="0" b="0"/>
          <a:pathLst>
            <a:path>
              <a:moveTo>
                <a:pt x="2128487" y="0"/>
              </a:moveTo>
              <a:lnTo>
                <a:pt x="2128487" y="123135"/>
              </a:lnTo>
              <a:lnTo>
                <a:pt x="0" y="123135"/>
              </a:lnTo>
              <a:lnTo>
                <a:pt x="0" y="246271"/>
              </a:lnTo>
            </a:path>
          </a:pathLst>
        </a:custGeom>
        <a:noFill/>
        <a:ln w="158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4B23A28-C423-446B-A87C-CCDE44CACB33}">
      <dsp:nvSpPr>
        <dsp:cNvPr id="0" name=""/>
        <dsp:cNvSpPr/>
      </dsp:nvSpPr>
      <dsp:spPr>
        <a:xfrm>
          <a:off x="1886305" y="1420877"/>
          <a:ext cx="175908" cy="2204714"/>
        </a:xfrm>
        <a:custGeom>
          <a:avLst/>
          <a:gdLst/>
          <a:ahLst/>
          <a:cxnLst/>
          <a:rect l="0" t="0" r="0" b="0"/>
          <a:pathLst>
            <a:path>
              <a:moveTo>
                <a:pt x="0" y="0"/>
              </a:moveTo>
              <a:lnTo>
                <a:pt x="0" y="2204714"/>
              </a:lnTo>
              <a:lnTo>
                <a:pt x="175908" y="2204714"/>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B56FEC-EFD4-46F0-BDD5-91183DC3E0C8}">
      <dsp:nvSpPr>
        <dsp:cNvPr id="0" name=""/>
        <dsp:cNvSpPr/>
      </dsp:nvSpPr>
      <dsp:spPr>
        <a:xfrm>
          <a:off x="1886305" y="1420877"/>
          <a:ext cx="175908" cy="1372082"/>
        </a:xfrm>
        <a:custGeom>
          <a:avLst/>
          <a:gdLst/>
          <a:ahLst/>
          <a:cxnLst/>
          <a:rect l="0" t="0" r="0" b="0"/>
          <a:pathLst>
            <a:path>
              <a:moveTo>
                <a:pt x="0" y="0"/>
              </a:moveTo>
              <a:lnTo>
                <a:pt x="0" y="1372082"/>
              </a:lnTo>
              <a:lnTo>
                <a:pt x="175908" y="1372082"/>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F9DEEA7-84ED-40D5-8574-99AB2E12F071}">
      <dsp:nvSpPr>
        <dsp:cNvPr id="0" name=""/>
        <dsp:cNvSpPr/>
      </dsp:nvSpPr>
      <dsp:spPr>
        <a:xfrm>
          <a:off x="1886305" y="1420877"/>
          <a:ext cx="175908" cy="539451"/>
        </a:xfrm>
        <a:custGeom>
          <a:avLst/>
          <a:gdLst/>
          <a:ahLst/>
          <a:cxnLst/>
          <a:rect l="0" t="0" r="0" b="0"/>
          <a:pathLst>
            <a:path>
              <a:moveTo>
                <a:pt x="0" y="0"/>
              </a:moveTo>
              <a:lnTo>
                <a:pt x="0" y="539451"/>
              </a:lnTo>
              <a:lnTo>
                <a:pt x="175908" y="539451"/>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A62C5B-DC75-442D-BC0B-94EA72C2BCEC}">
      <dsp:nvSpPr>
        <dsp:cNvPr id="0" name=""/>
        <dsp:cNvSpPr/>
      </dsp:nvSpPr>
      <dsp:spPr>
        <a:xfrm>
          <a:off x="2355393" y="588246"/>
          <a:ext cx="3547479" cy="246271"/>
        </a:xfrm>
        <a:custGeom>
          <a:avLst/>
          <a:gdLst/>
          <a:ahLst/>
          <a:cxnLst/>
          <a:rect l="0" t="0" r="0" b="0"/>
          <a:pathLst>
            <a:path>
              <a:moveTo>
                <a:pt x="3547479" y="0"/>
              </a:moveTo>
              <a:lnTo>
                <a:pt x="3547479" y="123135"/>
              </a:lnTo>
              <a:lnTo>
                <a:pt x="0" y="123135"/>
              </a:lnTo>
              <a:lnTo>
                <a:pt x="0" y="246271"/>
              </a:lnTo>
            </a:path>
          </a:pathLst>
        </a:custGeom>
        <a:noFill/>
        <a:ln w="158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15D3A2-C421-42B5-A2F0-9D46A8D76414}">
      <dsp:nvSpPr>
        <dsp:cNvPr id="0" name=""/>
        <dsp:cNvSpPr/>
      </dsp:nvSpPr>
      <dsp:spPr>
        <a:xfrm>
          <a:off x="467313" y="1420877"/>
          <a:ext cx="175908" cy="4702608"/>
        </a:xfrm>
        <a:custGeom>
          <a:avLst/>
          <a:gdLst/>
          <a:ahLst/>
          <a:cxnLst/>
          <a:rect l="0" t="0" r="0" b="0"/>
          <a:pathLst>
            <a:path>
              <a:moveTo>
                <a:pt x="0" y="0"/>
              </a:moveTo>
              <a:lnTo>
                <a:pt x="0" y="4702608"/>
              </a:lnTo>
              <a:lnTo>
                <a:pt x="175908" y="4702608"/>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2C4F34-B96D-4BF5-96B3-11288FD34ED9}">
      <dsp:nvSpPr>
        <dsp:cNvPr id="0" name=""/>
        <dsp:cNvSpPr/>
      </dsp:nvSpPr>
      <dsp:spPr>
        <a:xfrm>
          <a:off x="467313" y="1420877"/>
          <a:ext cx="175908" cy="3869977"/>
        </a:xfrm>
        <a:custGeom>
          <a:avLst/>
          <a:gdLst/>
          <a:ahLst/>
          <a:cxnLst/>
          <a:rect l="0" t="0" r="0" b="0"/>
          <a:pathLst>
            <a:path>
              <a:moveTo>
                <a:pt x="0" y="0"/>
              </a:moveTo>
              <a:lnTo>
                <a:pt x="0" y="3869977"/>
              </a:lnTo>
              <a:lnTo>
                <a:pt x="175908" y="3869977"/>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174FE9-FDC4-4CB4-9315-83043F435EC7}">
      <dsp:nvSpPr>
        <dsp:cNvPr id="0" name=""/>
        <dsp:cNvSpPr/>
      </dsp:nvSpPr>
      <dsp:spPr>
        <a:xfrm>
          <a:off x="467313" y="1420877"/>
          <a:ext cx="175908" cy="3037345"/>
        </a:xfrm>
        <a:custGeom>
          <a:avLst/>
          <a:gdLst/>
          <a:ahLst/>
          <a:cxnLst/>
          <a:rect l="0" t="0" r="0" b="0"/>
          <a:pathLst>
            <a:path>
              <a:moveTo>
                <a:pt x="0" y="0"/>
              </a:moveTo>
              <a:lnTo>
                <a:pt x="0" y="3037345"/>
              </a:lnTo>
              <a:lnTo>
                <a:pt x="175908" y="3037345"/>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50FE48-4AF9-4432-96A5-EA222C40E946}">
      <dsp:nvSpPr>
        <dsp:cNvPr id="0" name=""/>
        <dsp:cNvSpPr/>
      </dsp:nvSpPr>
      <dsp:spPr>
        <a:xfrm>
          <a:off x="467313" y="1420877"/>
          <a:ext cx="175908" cy="2204714"/>
        </a:xfrm>
        <a:custGeom>
          <a:avLst/>
          <a:gdLst/>
          <a:ahLst/>
          <a:cxnLst/>
          <a:rect l="0" t="0" r="0" b="0"/>
          <a:pathLst>
            <a:path>
              <a:moveTo>
                <a:pt x="0" y="0"/>
              </a:moveTo>
              <a:lnTo>
                <a:pt x="0" y="2204714"/>
              </a:lnTo>
              <a:lnTo>
                <a:pt x="175908" y="2204714"/>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979D9C-B2D2-4E09-9F49-75E96371C58E}">
      <dsp:nvSpPr>
        <dsp:cNvPr id="0" name=""/>
        <dsp:cNvSpPr/>
      </dsp:nvSpPr>
      <dsp:spPr>
        <a:xfrm>
          <a:off x="467313" y="1420877"/>
          <a:ext cx="175908" cy="1372082"/>
        </a:xfrm>
        <a:custGeom>
          <a:avLst/>
          <a:gdLst/>
          <a:ahLst/>
          <a:cxnLst/>
          <a:rect l="0" t="0" r="0" b="0"/>
          <a:pathLst>
            <a:path>
              <a:moveTo>
                <a:pt x="0" y="0"/>
              </a:moveTo>
              <a:lnTo>
                <a:pt x="0" y="1372082"/>
              </a:lnTo>
              <a:lnTo>
                <a:pt x="175908" y="1372082"/>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85C6F0F-F750-4D27-A097-CCDEF1752BF0}">
      <dsp:nvSpPr>
        <dsp:cNvPr id="0" name=""/>
        <dsp:cNvSpPr/>
      </dsp:nvSpPr>
      <dsp:spPr>
        <a:xfrm>
          <a:off x="467313" y="1420877"/>
          <a:ext cx="175908" cy="539451"/>
        </a:xfrm>
        <a:custGeom>
          <a:avLst/>
          <a:gdLst/>
          <a:ahLst/>
          <a:cxnLst/>
          <a:rect l="0" t="0" r="0" b="0"/>
          <a:pathLst>
            <a:path>
              <a:moveTo>
                <a:pt x="0" y="0"/>
              </a:moveTo>
              <a:lnTo>
                <a:pt x="0" y="539451"/>
              </a:lnTo>
              <a:lnTo>
                <a:pt x="175908" y="539451"/>
              </a:lnTo>
            </a:path>
          </a:pathLst>
        </a:custGeom>
        <a:noFill/>
        <a:ln w="15875" cap="flat" cmpd="sng" algn="ctr">
          <a:solidFill>
            <a:schemeClr val="accent3">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A8A37F-658E-4BC3-B4C9-CBBCA959F43B}">
      <dsp:nvSpPr>
        <dsp:cNvPr id="0" name=""/>
        <dsp:cNvSpPr/>
      </dsp:nvSpPr>
      <dsp:spPr>
        <a:xfrm>
          <a:off x="936401" y="588246"/>
          <a:ext cx="4966470" cy="246271"/>
        </a:xfrm>
        <a:custGeom>
          <a:avLst/>
          <a:gdLst/>
          <a:ahLst/>
          <a:cxnLst/>
          <a:rect l="0" t="0" r="0" b="0"/>
          <a:pathLst>
            <a:path>
              <a:moveTo>
                <a:pt x="4966470" y="0"/>
              </a:moveTo>
              <a:lnTo>
                <a:pt x="4966470" y="123135"/>
              </a:lnTo>
              <a:lnTo>
                <a:pt x="0" y="123135"/>
              </a:lnTo>
              <a:lnTo>
                <a:pt x="0" y="246271"/>
              </a:lnTo>
            </a:path>
          </a:pathLst>
        </a:custGeom>
        <a:noFill/>
        <a:ln w="15875" cap="flat" cmpd="sng" algn="ctr">
          <a:solidFill>
            <a:schemeClr val="accent3">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8AB5A00-04E8-4BD0-9639-CE3721A8EE76}">
      <dsp:nvSpPr>
        <dsp:cNvPr id="0" name=""/>
        <dsp:cNvSpPr/>
      </dsp:nvSpPr>
      <dsp:spPr>
        <a:xfrm>
          <a:off x="5316512" y="1885"/>
          <a:ext cx="1172720" cy="586360"/>
        </a:xfrm>
        <a:prstGeom prst="rect">
          <a:avLst/>
        </a:prstGeom>
        <a:gradFill rotWithShape="0">
          <a:gsLst>
            <a:gs pos="0">
              <a:schemeClr val="accent3">
                <a:alpha val="80000"/>
                <a:hueOff val="0"/>
                <a:satOff val="0"/>
                <a:lumOff val="0"/>
                <a:alphaOff val="0"/>
                <a:tint val="65000"/>
                <a:shade val="92000"/>
                <a:satMod val="130000"/>
              </a:schemeClr>
            </a:gs>
            <a:gs pos="45000">
              <a:schemeClr val="accent3">
                <a:alpha val="80000"/>
                <a:hueOff val="0"/>
                <a:satOff val="0"/>
                <a:lumOff val="0"/>
                <a:alphaOff val="0"/>
                <a:tint val="60000"/>
                <a:shade val="99000"/>
                <a:satMod val="120000"/>
              </a:schemeClr>
            </a:gs>
            <a:gs pos="100000">
              <a:schemeClr val="accent3">
                <a:alpha val="8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b="1" i="0" u="none" kern="1200" dirty="0"/>
            <a:t>SQL</a:t>
          </a:r>
          <a:endParaRPr lang="en-IN" sz="2000" b="1" kern="1200" dirty="0"/>
        </a:p>
      </dsp:txBody>
      <dsp:txXfrm>
        <a:off x="5316512" y="1885"/>
        <a:ext cx="1172720" cy="586360"/>
      </dsp:txXfrm>
    </dsp:sp>
    <dsp:sp modelId="{E8EEDB4C-5C63-4CE2-B16F-7D125C76A8BA}">
      <dsp:nvSpPr>
        <dsp:cNvPr id="0" name=""/>
        <dsp:cNvSpPr/>
      </dsp:nvSpPr>
      <dsp:spPr>
        <a:xfrm>
          <a:off x="350041" y="834517"/>
          <a:ext cx="1172720" cy="586360"/>
        </a:xfrm>
        <a:prstGeom prst="rect">
          <a:avLst/>
        </a:prstGeom>
        <a:gradFill rotWithShape="0">
          <a:gsLst>
            <a:gs pos="0">
              <a:schemeClr val="accent3">
                <a:alpha val="70000"/>
                <a:hueOff val="0"/>
                <a:satOff val="0"/>
                <a:lumOff val="0"/>
                <a:alphaOff val="0"/>
                <a:tint val="65000"/>
                <a:shade val="92000"/>
                <a:satMod val="130000"/>
              </a:schemeClr>
            </a:gs>
            <a:gs pos="45000">
              <a:schemeClr val="accent3">
                <a:alpha val="70000"/>
                <a:hueOff val="0"/>
                <a:satOff val="0"/>
                <a:lumOff val="0"/>
                <a:alphaOff val="0"/>
                <a:tint val="60000"/>
                <a:shade val="99000"/>
                <a:satMod val="120000"/>
              </a:schemeClr>
            </a:gs>
            <a:gs pos="100000">
              <a:schemeClr val="accent3">
                <a:alpha val="7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b="1" kern="1200" dirty="0"/>
            <a:t>CONSTRAINTS</a:t>
          </a:r>
        </a:p>
      </dsp:txBody>
      <dsp:txXfrm>
        <a:off x="350041" y="834517"/>
        <a:ext cx="1172720" cy="586360"/>
      </dsp:txXfrm>
    </dsp:sp>
    <dsp:sp modelId="{5E504B9F-8EB3-4AD8-AC3B-76514610FBFC}">
      <dsp:nvSpPr>
        <dsp:cNvPr id="0" name=""/>
        <dsp:cNvSpPr/>
      </dsp:nvSpPr>
      <dsp:spPr>
        <a:xfrm>
          <a:off x="643221" y="1667148"/>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PRIMARY</a:t>
          </a:r>
        </a:p>
      </dsp:txBody>
      <dsp:txXfrm>
        <a:off x="643221" y="1667148"/>
        <a:ext cx="1172720" cy="586360"/>
      </dsp:txXfrm>
    </dsp:sp>
    <dsp:sp modelId="{7F9E45BC-38F4-4F11-A34F-550D42EA4423}">
      <dsp:nvSpPr>
        <dsp:cNvPr id="0" name=""/>
        <dsp:cNvSpPr/>
      </dsp:nvSpPr>
      <dsp:spPr>
        <a:xfrm>
          <a:off x="643221" y="2499780"/>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FOREIGN</a:t>
          </a:r>
        </a:p>
      </dsp:txBody>
      <dsp:txXfrm>
        <a:off x="643221" y="2499780"/>
        <a:ext cx="1172720" cy="586360"/>
      </dsp:txXfrm>
    </dsp:sp>
    <dsp:sp modelId="{4519225B-9AC2-40ED-AC4D-54714B1C5451}">
      <dsp:nvSpPr>
        <dsp:cNvPr id="0" name=""/>
        <dsp:cNvSpPr/>
      </dsp:nvSpPr>
      <dsp:spPr>
        <a:xfrm>
          <a:off x="643221" y="3332411"/>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NOT NULL</a:t>
          </a:r>
        </a:p>
      </dsp:txBody>
      <dsp:txXfrm>
        <a:off x="643221" y="3332411"/>
        <a:ext cx="1172720" cy="586360"/>
      </dsp:txXfrm>
    </dsp:sp>
    <dsp:sp modelId="{E8FA7B97-FCE0-456E-80ED-4BC117A6EE67}">
      <dsp:nvSpPr>
        <dsp:cNvPr id="0" name=""/>
        <dsp:cNvSpPr/>
      </dsp:nvSpPr>
      <dsp:spPr>
        <a:xfrm>
          <a:off x="643221" y="4165043"/>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UNIQUE</a:t>
          </a:r>
        </a:p>
      </dsp:txBody>
      <dsp:txXfrm>
        <a:off x="643221" y="4165043"/>
        <a:ext cx="1172720" cy="586360"/>
      </dsp:txXfrm>
    </dsp:sp>
    <dsp:sp modelId="{E7579103-94E8-4E2D-A98B-F3E3BD9DC806}">
      <dsp:nvSpPr>
        <dsp:cNvPr id="0" name=""/>
        <dsp:cNvSpPr/>
      </dsp:nvSpPr>
      <dsp:spPr>
        <a:xfrm>
          <a:off x="643221" y="4997674"/>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CHECK</a:t>
          </a:r>
        </a:p>
      </dsp:txBody>
      <dsp:txXfrm>
        <a:off x="643221" y="4997674"/>
        <a:ext cx="1172720" cy="586360"/>
      </dsp:txXfrm>
    </dsp:sp>
    <dsp:sp modelId="{59DB3C8F-154E-4C6C-BD1C-BAFACD44AE3B}">
      <dsp:nvSpPr>
        <dsp:cNvPr id="0" name=""/>
        <dsp:cNvSpPr/>
      </dsp:nvSpPr>
      <dsp:spPr>
        <a:xfrm>
          <a:off x="643221" y="5830305"/>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DEFAULT</a:t>
          </a:r>
        </a:p>
      </dsp:txBody>
      <dsp:txXfrm>
        <a:off x="643221" y="5830305"/>
        <a:ext cx="1172720" cy="586360"/>
      </dsp:txXfrm>
    </dsp:sp>
    <dsp:sp modelId="{FC226BBB-8D17-49AF-B8D9-3DBB6DBD0125}">
      <dsp:nvSpPr>
        <dsp:cNvPr id="0" name=""/>
        <dsp:cNvSpPr/>
      </dsp:nvSpPr>
      <dsp:spPr>
        <a:xfrm>
          <a:off x="1769033" y="834517"/>
          <a:ext cx="1172720" cy="586360"/>
        </a:xfrm>
        <a:prstGeom prst="rect">
          <a:avLst/>
        </a:prstGeom>
        <a:gradFill rotWithShape="0">
          <a:gsLst>
            <a:gs pos="0">
              <a:schemeClr val="accent3">
                <a:alpha val="70000"/>
                <a:hueOff val="0"/>
                <a:satOff val="0"/>
                <a:lumOff val="0"/>
                <a:alphaOff val="0"/>
                <a:tint val="65000"/>
                <a:shade val="92000"/>
                <a:satMod val="130000"/>
              </a:schemeClr>
            </a:gs>
            <a:gs pos="45000">
              <a:schemeClr val="accent3">
                <a:alpha val="70000"/>
                <a:hueOff val="0"/>
                <a:satOff val="0"/>
                <a:lumOff val="0"/>
                <a:alphaOff val="0"/>
                <a:tint val="60000"/>
                <a:shade val="99000"/>
                <a:satMod val="120000"/>
              </a:schemeClr>
            </a:gs>
            <a:gs pos="100000">
              <a:schemeClr val="accent3">
                <a:alpha val="7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b="1" kern="1200" dirty="0"/>
            <a:t>OPERATORS</a:t>
          </a:r>
        </a:p>
      </dsp:txBody>
      <dsp:txXfrm>
        <a:off x="1769033" y="834517"/>
        <a:ext cx="1172720" cy="586360"/>
      </dsp:txXfrm>
    </dsp:sp>
    <dsp:sp modelId="{D0F0FF58-E98D-4F24-924B-F9EA0F073978}">
      <dsp:nvSpPr>
        <dsp:cNvPr id="0" name=""/>
        <dsp:cNvSpPr/>
      </dsp:nvSpPr>
      <dsp:spPr>
        <a:xfrm>
          <a:off x="2062213" y="1667148"/>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ARTHEMATIC</a:t>
          </a:r>
        </a:p>
      </dsp:txBody>
      <dsp:txXfrm>
        <a:off x="2062213" y="1667148"/>
        <a:ext cx="1172720" cy="586360"/>
      </dsp:txXfrm>
    </dsp:sp>
    <dsp:sp modelId="{49D644F0-FC58-410E-9B36-67AA6B6D63BE}">
      <dsp:nvSpPr>
        <dsp:cNvPr id="0" name=""/>
        <dsp:cNvSpPr/>
      </dsp:nvSpPr>
      <dsp:spPr>
        <a:xfrm>
          <a:off x="2062213" y="2499780"/>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LOGICAL</a:t>
          </a:r>
        </a:p>
      </dsp:txBody>
      <dsp:txXfrm>
        <a:off x="2062213" y="2499780"/>
        <a:ext cx="1172720" cy="586360"/>
      </dsp:txXfrm>
    </dsp:sp>
    <dsp:sp modelId="{9E47AA76-B70F-4B05-ACF9-7BCBC6A42603}">
      <dsp:nvSpPr>
        <dsp:cNvPr id="0" name=""/>
        <dsp:cNvSpPr/>
      </dsp:nvSpPr>
      <dsp:spPr>
        <a:xfrm>
          <a:off x="2062213" y="3332411"/>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COMPARISION</a:t>
          </a:r>
        </a:p>
      </dsp:txBody>
      <dsp:txXfrm>
        <a:off x="2062213" y="3332411"/>
        <a:ext cx="1172720" cy="586360"/>
      </dsp:txXfrm>
    </dsp:sp>
    <dsp:sp modelId="{C6B42B28-D3FE-4FC3-B0FA-77DB8970F400}">
      <dsp:nvSpPr>
        <dsp:cNvPr id="0" name=""/>
        <dsp:cNvSpPr/>
      </dsp:nvSpPr>
      <dsp:spPr>
        <a:xfrm>
          <a:off x="3188024" y="834517"/>
          <a:ext cx="1172720" cy="586360"/>
        </a:xfrm>
        <a:prstGeom prst="rect">
          <a:avLst/>
        </a:prstGeom>
        <a:gradFill rotWithShape="0">
          <a:gsLst>
            <a:gs pos="0">
              <a:schemeClr val="accent3">
                <a:alpha val="70000"/>
                <a:hueOff val="0"/>
                <a:satOff val="0"/>
                <a:lumOff val="0"/>
                <a:alphaOff val="0"/>
                <a:tint val="65000"/>
                <a:shade val="92000"/>
                <a:satMod val="130000"/>
              </a:schemeClr>
            </a:gs>
            <a:gs pos="45000">
              <a:schemeClr val="accent3">
                <a:alpha val="70000"/>
                <a:hueOff val="0"/>
                <a:satOff val="0"/>
                <a:lumOff val="0"/>
                <a:alphaOff val="0"/>
                <a:tint val="60000"/>
                <a:shade val="99000"/>
                <a:satMod val="120000"/>
              </a:schemeClr>
            </a:gs>
            <a:gs pos="100000">
              <a:schemeClr val="accent3">
                <a:alpha val="7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b="1" kern="1200"/>
            <a:t>FUNCTIONS</a:t>
          </a:r>
        </a:p>
      </dsp:txBody>
      <dsp:txXfrm>
        <a:off x="3188024" y="834517"/>
        <a:ext cx="1172720" cy="586360"/>
      </dsp:txXfrm>
    </dsp:sp>
    <dsp:sp modelId="{67E95EC5-C29D-4C0F-A5D1-2445F7C5281C}">
      <dsp:nvSpPr>
        <dsp:cNvPr id="0" name=""/>
        <dsp:cNvSpPr/>
      </dsp:nvSpPr>
      <dsp:spPr>
        <a:xfrm>
          <a:off x="3481205" y="1667148"/>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SINGLE ROW FUNCTIONS</a:t>
          </a:r>
        </a:p>
      </dsp:txBody>
      <dsp:txXfrm>
        <a:off x="3481205" y="1667148"/>
        <a:ext cx="1172720" cy="586360"/>
      </dsp:txXfrm>
    </dsp:sp>
    <dsp:sp modelId="{1A0A1A2C-C428-4723-88BA-1F8A016A1E02}">
      <dsp:nvSpPr>
        <dsp:cNvPr id="0" name=""/>
        <dsp:cNvSpPr/>
      </dsp:nvSpPr>
      <dsp:spPr>
        <a:xfrm>
          <a:off x="3481205" y="2499780"/>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AGGREGATE FUNCTIONS</a:t>
          </a:r>
        </a:p>
      </dsp:txBody>
      <dsp:txXfrm>
        <a:off x="3481205" y="2499780"/>
        <a:ext cx="1172720" cy="586360"/>
      </dsp:txXfrm>
    </dsp:sp>
    <dsp:sp modelId="{BDC4D86C-DAB9-4661-8B35-83E2D42504D1}">
      <dsp:nvSpPr>
        <dsp:cNvPr id="0" name=""/>
        <dsp:cNvSpPr/>
      </dsp:nvSpPr>
      <dsp:spPr>
        <a:xfrm>
          <a:off x="4607016" y="834517"/>
          <a:ext cx="1172720" cy="586360"/>
        </a:xfrm>
        <a:prstGeom prst="rect">
          <a:avLst/>
        </a:prstGeom>
        <a:gradFill rotWithShape="0">
          <a:gsLst>
            <a:gs pos="0">
              <a:schemeClr val="accent3">
                <a:alpha val="70000"/>
                <a:hueOff val="0"/>
                <a:satOff val="0"/>
                <a:lumOff val="0"/>
                <a:alphaOff val="0"/>
                <a:tint val="65000"/>
                <a:shade val="92000"/>
                <a:satMod val="130000"/>
              </a:schemeClr>
            </a:gs>
            <a:gs pos="45000">
              <a:schemeClr val="accent3">
                <a:alpha val="70000"/>
                <a:hueOff val="0"/>
                <a:satOff val="0"/>
                <a:lumOff val="0"/>
                <a:alphaOff val="0"/>
                <a:tint val="60000"/>
                <a:shade val="99000"/>
                <a:satMod val="120000"/>
              </a:schemeClr>
            </a:gs>
            <a:gs pos="100000">
              <a:schemeClr val="accent3">
                <a:alpha val="7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b="1" kern="1200"/>
            <a:t>CLAUSE</a:t>
          </a:r>
        </a:p>
      </dsp:txBody>
      <dsp:txXfrm>
        <a:off x="4607016" y="834517"/>
        <a:ext cx="1172720" cy="586360"/>
      </dsp:txXfrm>
    </dsp:sp>
    <dsp:sp modelId="{D1F904A5-7A67-4D60-9FC2-BA61F8D82321}">
      <dsp:nvSpPr>
        <dsp:cNvPr id="0" name=""/>
        <dsp:cNvSpPr/>
      </dsp:nvSpPr>
      <dsp:spPr>
        <a:xfrm>
          <a:off x="4900196" y="1667148"/>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SELECT</a:t>
          </a:r>
        </a:p>
      </dsp:txBody>
      <dsp:txXfrm>
        <a:off x="4900196" y="1667148"/>
        <a:ext cx="1172720" cy="586360"/>
      </dsp:txXfrm>
    </dsp:sp>
    <dsp:sp modelId="{D335674D-B8B0-4900-A11A-E0F70EC46E9B}">
      <dsp:nvSpPr>
        <dsp:cNvPr id="0" name=""/>
        <dsp:cNvSpPr/>
      </dsp:nvSpPr>
      <dsp:spPr>
        <a:xfrm>
          <a:off x="4900196" y="2499780"/>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DISTINCT</a:t>
          </a:r>
        </a:p>
      </dsp:txBody>
      <dsp:txXfrm>
        <a:off x="4900196" y="2499780"/>
        <a:ext cx="1172720" cy="586360"/>
      </dsp:txXfrm>
    </dsp:sp>
    <dsp:sp modelId="{3C731B71-2E0B-463A-8563-0843CFE1C1E5}">
      <dsp:nvSpPr>
        <dsp:cNvPr id="0" name=""/>
        <dsp:cNvSpPr/>
      </dsp:nvSpPr>
      <dsp:spPr>
        <a:xfrm>
          <a:off x="4900196" y="3332411"/>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ORDER BY</a:t>
          </a:r>
        </a:p>
      </dsp:txBody>
      <dsp:txXfrm>
        <a:off x="4900196" y="3332411"/>
        <a:ext cx="1172720" cy="586360"/>
      </dsp:txXfrm>
    </dsp:sp>
    <dsp:sp modelId="{0CB1279B-B414-4F6A-99BE-EA647112D123}">
      <dsp:nvSpPr>
        <dsp:cNvPr id="0" name=""/>
        <dsp:cNvSpPr/>
      </dsp:nvSpPr>
      <dsp:spPr>
        <a:xfrm>
          <a:off x="4900196" y="4165043"/>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HAVING</a:t>
          </a:r>
        </a:p>
      </dsp:txBody>
      <dsp:txXfrm>
        <a:off x="4900196" y="4165043"/>
        <a:ext cx="1172720" cy="586360"/>
      </dsp:txXfrm>
    </dsp:sp>
    <dsp:sp modelId="{5CEE40A7-980B-4D0D-94A6-9C69D1E124F0}">
      <dsp:nvSpPr>
        <dsp:cNvPr id="0" name=""/>
        <dsp:cNvSpPr/>
      </dsp:nvSpPr>
      <dsp:spPr>
        <a:xfrm>
          <a:off x="4900196" y="4997674"/>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WITH</a:t>
          </a:r>
        </a:p>
      </dsp:txBody>
      <dsp:txXfrm>
        <a:off x="4900196" y="4997674"/>
        <a:ext cx="1172720" cy="586360"/>
      </dsp:txXfrm>
    </dsp:sp>
    <dsp:sp modelId="{543345D4-EC5F-4FF6-AECF-33B883268AC3}">
      <dsp:nvSpPr>
        <dsp:cNvPr id="0" name=""/>
        <dsp:cNvSpPr/>
      </dsp:nvSpPr>
      <dsp:spPr>
        <a:xfrm>
          <a:off x="4900196" y="5830305"/>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dirty="0"/>
            <a:t>GROUP BY</a:t>
          </a:r>
        </a:p>
      </dsp:txBody>
      <dsp:txXfrm>
        <a:off x="4900196" y="5830305"/>
        <a:ext cx="1172720" cy="586360"/>
      </dsp:txXfrm>
    </dsp:sp>
    <dsp:sp modelId="{A2EECED3-14F0-4DC0-A619-5B1BB7D9E5EF}">
      <dsp:nvSpPr>
        <dsp:cNvPr id="0" name=""/>
        <dsp:cNvSpPr/>
      </dsp:nvSpPr>
      <dsp:spPr>
        <a:xfrm>
          <a:off x="6026008" y="834517"/>
          <a:ext cx="1172720" cy="586360"/>
        </a:xfrm>
        <a:prstGeom prst="rect">
          <a:avLst/>
        </a:prstGeom>
        <a:gradFill rotWithShape="0">
          <a:gsLst>
            <a:gs pos="0">
              <a:schemeClr val="accent3">
                <a:alpha val="70000"/>
                <a:hueOff val="0"/>
                <a:satOff val="0"/>
                <a:lumOff val="0"/>
                <a:alphaOff val="0"/>
                <a:tint val="65000"/>
                <a:shade val="92000"/>
                <a:satMod val="130000"/>
              </a:schemeClr>
            </a:gs>
            <a:gs pos="45000">
              <a:schemeClr val="accent3">
                <a:alpha val="70000"/>
                <a:hueOff val="0"/>
                <a:satOff val="0"/>
                <a:lumOff val="0"/>
                <a:alphaOff val="0"/>
                <a:tint val="60000"/>
                <a:shade val="99000"/>
                <a:satMod val="120000"/>
              </a:schemeClr>
            </a:gs>
            <a:gs pos="100000">
              <a:schemeClr val="accent3">
                <a:alpha val="7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b="1" kern="1200"/>
            <a:t>JOINS</a:t>
          </a:r>
        </a:p>
      </dsp:txBody>
      <dsp:txXfrm>
        <a:off x="6026008" y="834517"/>
        <a:ext cx="1172720" cy="586360"/>
      </dsp:txXfrm>
    </dsp:sp>
    <dsp:sp modelId="{2724B97C-C0DE-4EE0-89B0-3A6D90D0A117}">
      <dsp:nvSpPr>
        <dsp:cNvPr id="0" name=""/>
        <dsp:cNvSpPr/>
      </dsp:nvSpPr>
      <dsp:spPr>
        <a:xfrm>
          <a:off x="6319188" y="1667148"/>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INNER</a:t>
          </a:r>
        </a:p>
      </dsp:txBody>
      <dsp:txXfrm>
        <a:off x="6319188" y="1667148"/>
        <a:ext cx="1172720" cy="586360"/>
      </dsp:txXfrm>
    </dsp:sp>
    <dsp:sp modelId="{181DD9C3-4B40-468E-907D-51979967C8ED}">
      <dsp:nvSpPr>
        <dsp:cNvPr id="0" name=""/>
        <dsp:cNvSpPr/>
      </dsp:nvSpPr>
      <dsp:spPr>
        <a:xfrm>
          <a:off x="6319188" y="2499780"/>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FULL</a:t>
          </a:r>
        </a:p>
      </dsp:txBody>
      <dsp:txXfrm>
        <a:off x="6319188" y="2499780"/>
        <a:ext cx="1172720" cy="586360"/>
      </dsp:txXfrm>
    </dsp:sp>
    <dsp:sp modelId="{DD70CFD5-74F0-42BF-A913-372CF4C881B7}">
      <dsp:nvSpPr>
        <dsp:cNvPr id="0" name=""/>
        <dsp:cNvSpPr/>
      </dsp:nvSpPr>
      <dsp:spPr>
        <a:xfrm>
          <a:off x="6319188" y="3332411"/>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LEFT</a:t>
          </a:r>
        </a:p>
      </dsp:txBody>
      <dsp:txXfrm>
        <a:off x="6319188" y="3332411"/>
        <a:ext cx="1172720" cy="586360"/>
      </dsp:txXfrm>
    </dsp:sp>
    <dsp:sp modelId="{3375E259-8092-4459-A1EB-D5BB21632999}">
      <dsp:nvSpPr>
        <dsp:cNvPr id="0" name=""/>
        <dsp:cNvSpPr/>
      </dsp:nvSpPr>
      <dsp:spPr>
        <a:xfrm>
          <a:off x="6319188" y="4165043"/>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RIGHT</a:t>
          </a:r>
        </a:p>
      </dsp:txBody>
      <dsp:txXfrm>
        <a:off x="6319188" y="4165043"/>
        <a:ext cx="1172720" cy="586360"/>
      </dsp:txXfrm>
    </dsp:sp>
    <dsp:sp modelId="{4C01C07F-3D5A-4500-9D3E-23A77EF59451}">
      <dsp:nvSpPr>
        <dsp:cNvPr id="0" name=""/>
        <dsp:cNvSpPr/>
      </dsp:nvSpPr>
      <dsp:spPr>
        <a:xfrm>
          <a:off x="7444999" y="834517"/>
          <a:ext cx="1172720" cy="586360"/>
        </a:xfrm>
        <a:prstGeom prst="rect">
          <a:avLst/>
        </a:prstGeom>
        <a:gradFill rotWithShape="0">
          <a:gsLst>
            <a:gs pos="0">
              <a:schemeClr val="accent3">
                <a:alpha val="70000"/>
                <a:hueOff val="0"/>
                <a:satOff val="0"/>
                <a:lumOff val="0"/>
                <a:alphaOff val="0"/>
                <a:tint val="65000"/>
                <a:shade val="92000"/>
                <a:satMod val="130000"/>
              </a:schemeClr>
            </a:gs>
            <a:gs pos="45000">
              <a:schemeClr val="accent3">
                <a:alpha val="70000"/>
                <a:hueOff val="0"/>
                <a:satOff val="0"/>
                <a:lumOff val="0"/>
                <a:alphaOff val="0"/>
                <a:tint val="60000"/>
                <a:shade val="99000"/>
                <a:satMod val="120000"/>
              </a:schemeClr>
            </a:gs>
            <a:gs pos="100000">
              <a:schemeClr val="accent3">
                <a:alpha val="7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b="1" kern="1200"/>
            <a:t>SET OPERATORS</a:t>
          </a:r>
        </a:p>
      </dsp:txBody>
      <dsp:txXfrm>
        <a:off x="7444999" y="834517"/>
        <a:ext cx="1172720" cy="586360"/>
      </dsp:txXfrm>
    </dsp:sp>
    <dsp:sp modelId="{A48C6B72-74BC-4944-B9AF-095609E490A8}">
      <dsp:nvSpPr>
        <dsp:cNvPr id="0" name=""/>
        <dsp:cNvSpPr/>
      </dsp:nvSpPr>
      <dsp:spPr>
        <a:xfrm>
          <a:off x="7738179" y="1667148"/>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UNION</a:t>
          </a:r>
        </a:p>
      </dsp:txBody>
      <dsp:txXfrm>
        <a:off x="7738179" y="1667148"/>
        <a:ext cx="1172720" cy="586360"/>
      </dsp:txXfrm>
    </dsp:sp>
    <dsp:sp modelId="{429FC68E-133D-49E8-8DE1-762F3A25175E}">
      <dsp:nvSpPr>
        <dsp:cNvPr id="0" name=""/>
        <dsp:cNvSpPr/>
      </dsp:nvSpPr>
      <dsp:spPr>
        <a:xfrm>
          <a:off x="7738179" y="2499780"/>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UNIONALL</a:t>
          </a:r>
        </a:p>
      </dsp:txBody>
      <dsp:txXfrm>
        <a:off x="7738179" y="2499780"/>
        <a:ext cx="1172720" cy="586360"/>
      </dsp:txXfrm>
    </dsp:sp>
    <dsp:sp modelId="{98CCB74D-5658-4B76-8B43-B500764A36B7}">
      <dsp:nvSpPr>
        <dsp:cNvPr id="0" name=""/>
        <dsp:cNvSpPr/>
      </dsp:nvSpPr>
      <dsp:spPr>
        <a:xfrm>
          <a:off x="7738179" y="3332411"/>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INTERSECT</a:t>
          </a:r>
        </a:p>
      </dsp:txBody>
      <dsp:txXfrm>
        <a:off x="7738179" y="3332411"/>
        <a:ext cx="1172720" cy="586360"/>
      </dsp:txXfrm>
    </dsp:sp>
    <dsp:sp modelId="{F1CDAA44-40BE-4114-8C23-588F236CE92B}">
      <dsp:nvSpPr>
        <dsp:cNvPr id="0" name=""/>
        <dsp:cNvSpPr/>
      </dsp:nvSpPr>
      <dsp:spPr>
        <a:xfrm>
          <a:off x="7738179" y="4165043"/>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MINUS</a:t>
          </a:r>
        </a:p>
      </dsp:txBody>
      <dsp:txXfrm>
        <a:off x="7738179" y="4165043"/>
        <a:ext cx="1172720" cy="586360"/>
      </dsp:txXfrm>
    </dsp:sp>
    <dsp:sp modelId="{9C1F261E-57CF-49F4-A6C8-D7C113773636}">
      <dsp:nvSpPr>
        <dsp:cNvPr id="0" name=""/>
        <dsp:cNvSpPr/>
      </dsp:nvSpPr>
      <dsp:spPr>
        <a:xfrm>
          <a:off x="8863991" y="834517"/>
          <a:ext cx="1172720" cy="586360"/>
        </a:xfrm>
        <a:prstGeom prst="rect">
          <a:avLst/>
        </a:prstGeom>
        <a:gradFill rotWithShape="0">
          <a:gsLst>
            <a:gs pos="0">
              <a:schemeClr val="accent3">
                <a:alpha val="70000"/>
                <a:hueOff val="0"/>
                <a:satOff val="0"/>
                <a:lumOff val="0"/>
                <a:alphaOff val="0"/>
                <a:tint val="65000"/>
                <a:shade val="92000"/>
                <a:satMod val="130000"/>
              </a:schemeClr>
            </a:gs>
            <a:gs pos="45000">
              <a:schemeClr val="accent3">
                <a:alpha val="70000"/>
                <a:hueOff val="0"/>
                <a:satOff val="0"/>
                <a:lumOff val="0"/>
                <a:alphaOff val="0"/>
                <a:tint val="60000"/>
                <a:shade val="99000"/>
                <a:satMod val="120000"/>
              </a:schemeClr>
            </a:gs>
            <a:gs pos="100000">
              <a:schemeClr val="accent3">
                <a:alpha val="7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b="1" kern="1200"/>
            <a:t>OLAP Functions</a:t>
          </a:r>
        </a:p>
      </dsp:txBody>
      <dsp:txXfrm>
        <a:off x="8863991" y="834517"/>
        <a:ext cx="1172720" cy="586360"/>
      </dsp:txXfrm>
    </dsp:sp>
    <dsp:sp modelId="{226AE8C5-5454-4215-9A90-8F74A2E08AD6}">
      <dsp:nvSpPr>
        <dsp:cNvPr id="0" name=""/>
        <dsp:cNvSpPr/>
      </dsp:nvSpPr>
      <dsp:spPr>
        <a:xfrm>
          <a:off x="9157171" y="1667148"/>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CASE</a:t>
          </a:r>
        </a:p>
      </dsp:txBody>
      <dsp:txXfrm>
        <a:off x="9157171" y="1667148"/>
        <a:ext cx="1172720" cy="586360"/>
      </dsp:txXfrm>
    </dsp:sp>
    <dsp:sp modelId="{FB20BA37-7E2F-428B-96C5-A04730481341}">
      <dsp:nvSpPr>
        <dsp:cNvPr id="0" name=""/>
        <dsp:cNvSpPr/>
      </dsp:nvSpPr>
      <dsp:spPr>
        <a:xfrm>
          <a:off x="9157171" y="2499780"/>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DECODE</a:t>
          </a:r>
        </a:p>
      </dsp:txBody>
      <dsp:txXfrm>
        <a:off x="9157171" y="2499780"/>
        <a:ext cx="1172720" cy="586360"/>
      </dsp:txXfrm>
    </dsp:sp>
    <dsp:sp modelId="{979F578C-CE1A-47A6-904B-388276A82AE8}">
      <dsp:nvSpPr>
        <dsp:cNvPr id="0" name=""/>
        <dsp:cNvSpPr/>
      </dsp:nvSpPr>
      <dsp:spPr>
        <a:xfrm>
          <a:off x="9157171" y="3332411"/>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RANK</a:t>
          </a:r>
        </a:p>
      </dsp:txBody>
      <dsp:txXfrm>
        <a:off x="9157171" y="3332411"/>
        <a:ext cx="1172720" cy="586360"/>
      </dsp:txXfrm>
    </dsp:sp>
    <dsp:sp modelId="{89333135-7DA1-47B1-8FD3-1FDB4B321DE2}">
      <dsp:nvSpPr>
        <dsp:cNvPr id="0" name=""/>
        <dsp:cNvSpPr/>
      </dsp:nvSpPr>
      <dsp:spPr>
        <a:xfrm>
          <a:off x="9157171" y="4165043"/>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DENSE RANK</a:t>
          </a:r>
        </a:p>
      </dsp:txBody>
      <dsp:txXfrm>
        <a:off x="9157171" y="4165043"/>
        <a:ext cx="1172720" cy="586360"/>
      </dsp:txXfrm>
    </dsp:sp>
    <dsp:sp modelId="{60EBEB46-053F-4E68-96B5-51D4DE2B504A}">
      <dsp:nvSpPr>
        <dsp:cNvPr id="0" name=""/>
        <dsp:cNvSpPr/>
      </dsp:nvSpPr>
      <dsp:spPr>
        <a:xfrm>
          <a:off x="9157171" y="4997674"/>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ROW NUMBER()</a:t>
          </a:r>
        </a:p>
      </dsp:txBody>
      <dsp:txXfrm>
        <a:off x="9157171" y="4997674"/>
        <a:ext cx="1172720" cy="586360"/>
      </dsp:txXfrm>
    </dsp:sp>
    <dsp:sp modelId="{31BD3A9C-C5E4-4637-97F5-E54B9C84D75C}">
      <dsp:nvSpPr>
        <dsp:cNvPr id="0" name=""/>
        <dsp:cNvSpPr/>
      </dsp:nvSpPr>
      <dsp:spPr>
        <a:xfrm>
          <a:off x="9157171" y="5830305"/>
          <a:ext cx="1172720" cy="586360"/>
        </a:xfrm>
        <a:prstGeom prst="rect">
          <a:avLst/>
        </a:prstGeom>
        <a:gradFill rotWithShape="0">
          <a:gsLst>
            <a:gs pos="0">
              <a:schemeClr val="accent3">
                <a:alpha val="50000"/>
                <a:hueOff val="0"/>
                <a:satOff val="0"/>
                <a:lumOff val="0"/>
                <a:alphaOff val="0"/>
                <a:tint val="65000"/>
                <a:shade val="92000"/>
                <a:satMod val="130000"/>
              </a:schemeClr>
            </a:gs>
            <a:gs pos="45000">
              <a:schemeClr val="accent3">
                <a:alpha val="50000"/>
                <a:hueOff val="0"/>
                <a:satOff val="0"/>
                <a:lumOff val="0"/>
                <a:alphaOff val="0"/>
                <a:tint val="60000"/>
                <a:shade val="99000"/>
                <a:satMod val="120000"/>
              </a:schemeClr>
            </a:gs>
            <a:gs pos="100000">
              <a:schemeClr val="accent3">
                <a:alpha val="5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t>ROW ID</a:t>
          </a:r>
        </a:p>
      </dsp:txBody>
      <dsp:txXfrm>
        <a:off x="9157171" y="5830305"/>
        <a:ext cx="1172720" cy="586360"/>
      </dsp:txXfrm>
    </dsp:sp>
    <dsp:sp modelId="{B71EC558-D18E-46E7-B817-98A3C892D37D}">
      <dsp:nvSpPr>
        <dsp:cNvPr id="0" name=""/>
        <dsp:cNvSpPr/>
      </dsp:nvSpPr>
      <dsp:spPr>
        <a:xfrm>
          <a:off x="10282982" y="834517"/>
          <a:ext cx="1172720" cy="586360"/>
        </a:xfrm>
        <a:prstGeom prst="rect">
          <a:avLst/>
        </a:prstGeom>
        <a:gradFill rotWithShape="0">
          <a:gsLst>
            <a:gs pos="0">
              <a:schemeClr val="accent3">
                <a:alpha val="70000"/>
                <a:hueOff val="0"/>
                <a:satOff val="0"/>
                <a:lumOff val="0"/>
                <a:alphaOff val="0"/>
                <a:tint val="65000"/>
                <a:shade val="92000"/>
                <a:satMod val="130000"/>
              </a:schemeClr>
            </a:gs>
            <a:gs pos="45000">
              <a:schemeClr val="accent3">
                <a:alpha val="70000"/>
                <a:hueOff val="0"/>
                <a:satOff val="0"/>
                <a:lumOff val="0"/>
                <a:alphaOff val="0"/>
                <a:tint val="60000"/>
                <a:shade val="99000"/>
                <a:satMod val="120000"/>
              </a:schemeClr>
            </a:gs>
            <a:gs pos="100000">
              <a:schemeClr val="accent3">
                <a:alpha val="70000"/>
                <a:hueOff val="0"/>
                <a:satOff val="0"/>
                <a:lumOff val="0"/>
                <a:alphaOff val="0"/>
                <a:tint val="55000"/>
                <a:satMod val="140000"/>
              </a:schemeClr>
            </a:gs>
          </a:gsLst>
          <a:path path="circle">
            <a:fillToRect l="100000" t="100000" r="100000" b="100000"/>
          </a:path>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IN" sz="1400" b="1" kern="1200" dirty="0"/>
            <a:t>STATEMENTS</a:t>
          </a:r>
        </a:p>
      </dsp:txBody>
      <dsp:txXfrm>
        <a:off x="10282982" y="834517"/>
        <a:ext cx="1172720" cy="586360"/>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CEBD2E-6055-4772-AD6F-C0B8FA429776}"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C1AED5-11E5-4083-A7FE-164F0C1D457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505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EBD2E-6055-4772-AD6F-C0B8FA429776}"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C1AED5-11E5-4083-A7FE-164F0C1D4571}" type="slidenum">
              <a:rPr lang="en-IN" smtClean="0"/>
              <a:t>‹#›</a:t>
            </a:fld>
            <a:endParaRPr lang="en-IN"/>
          </a:p>
        </p:txBody>
      </p:sp>
    </p:spTree>
    <p:extLst>
      <p:ext uri="{BB962C8B-B14F-4D97-AF65-F5344CB8AC3E}">
        <p14:creationId xmlns:p14="http://schemas.microsoft.com/office/powerpoint/2010/main" val="2329448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CEBD2E-6055-4772-AD6F-C0B8FA429776}"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C1AED5-11E5-4083-A7FE-164F0C1D457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848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CEBD2E-6055-4772-AD6F-C0B8FA429776}" type="datetimeFigureOut">
              <a:rPr lang="en-IN" smtClean="0"/>
              <a:t>29-01-2025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C1AED5-11E5-4083-A7FE-164F0C1D4571}" type="slidenum">
              <a:rPr lang="en-IN" smtClean="0"/>
              <a:t>‹#›</a:t>
            </a:fld>
            <a:endParaRPr lang="en-IN"/>
          </a:p>
        </p:txBody>
      </p:sp>
    </p:spTree>
    <p:extLst>
      <p:ext uri="{BB962C8B-B14F-4D97-AF65-F5344CB8AC3E}">
        <p14:creationId xmlns:p14="http://schemas.microsoft.com/office/powerpoint/2010/main" val="1223868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CEBD2E-6055-4772-AD6F-C0B8FA429776}" type="datetimeFigureOut">
              <a:rPr lang="en-IN" smtClean="0"/>
              <a:t>29-01-2025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C1AED5-11E5-4083-A7FE-164F0C1D4571}" type="slidenum">
              <a:rPr lang="en-IN" smtClean="0"/>
              <a:t>‹#›</a:t>
            </a:fld>
            <a:endParaRPr lang="en-IN"/>
          </a:p>
        </p:txBody>
      </p:sp>
    </p:spTree>
    <p:extLst>
      <p:ext uri="{BB962C8B-B14F-4D97-AF65-F5344CB8AC3E}">
        <p14:creationId xmlns:p14="http://schemas.microsoft.com/office/powerpoint/2010/main" val="3552718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CEBD2E-6055-4772-AD6F-C0B8FA429776}" type="datetimeFigureOut">
              <a:rPr lang="en-IN" smtClean="0"/>
              <a:t>29-01-2025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C1AED5-11E5-4083-A7FE-164F0C1D4571}" type="slidenum">
              <a:rPr lang="en-IN" smtClean="0"/>
              <a:t>‹#›</a:t>
            </a:fld>
            <a:endParaRPr lang="en-IN"/>
          </a:p>
        </p:txBody>
      </p:sp>
    </p:spTree>
    <p:extLst>
      <p:ext uri="{BB962C8B-B14F-4D97-AF65-F5344CB8AC3E}">
        <p14:creationId xmlns:p14="http://schemas.microsoft.com/office/powerpoint/2010/main" val="4001100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BCEBD2E-6055-4772-AD6F-C0B8FA429776}" type="datetimeFigureOut">
              <a:rPr lang="en-IN" smtClean="0"/>
              <a:t>29-01-2025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85C1AED5-11E5-4083-A7FE-164F0C1D4571}" type="slidenum">
              <a:rPr lang="en-IN" smtClean="0"/>
              <a:t>‹#›</a:t>
            </a:fld>
            <a:endParaRPr lang="en-IN"/>
          </a:p>
        </p:txBody>
      </p:sp>
    </p:spTree>
    <p:extLst>
      <p:ext uri="{BB962C8B-B14F-4D97-AF65-F5344CB8AC3E}">
        <p14:creationId xmlns:p14="http://schemas.microsoft.com/office/powerpoint/2010/main" val="1637061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BCEBD2E-6055-4772-AD6F-C0B8FA429776}" type="datetimeFigureOut">
              <a:rPr lang="en-IN" smtClean="0"/>
              <a:t>29-01-2025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5C1AED5-11E5-4083-A7FE-164F0C1D4571}" type="slidenum">
              <a:rPr lang="en-IN" smtClean="0"/>
              <a:t>‹#›</a:t>
            </a:fld>
            <a:endParaRPr lang="en-IN"/>
          </a:p>
        </p:txBody>
      </p:sp>
    </p:spTree>
    <p:extLst>
      <p:ext uri="{BB962C8B-B14F-4D97-AF65-F5344CB8AC3E}">
        <p14:creationId xmlns:p14="http://schemas.microsoft.com/office/powerpoint/2010/main" val="2226975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CEBD2E-6055-4772-AD6F-C0B8FA429776}" type="datetimeFigureOut">
              <a:rPr lang="en-IN" smtClean="0"/>
              <a:t>29-01-2025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C1AED5-11E5-4083-A7FE-164F0C1D4571}" type="slidenum">
              <a:rPr lang="en-IN" smtClean="0"/>
              <a:t>‹#›</a:t>
            </a:fld>
            <a:endParaRPr lang="en-IN"/>
          </a:p>
        </p:txBody>
      </p:sp>
    </p:spTree>
    <p:extLst>
      <p:ext uri="{BB962C8B-B14F-4D97-AF65-F5344CB8AC3E}">
        <p14:creationId xmlns:p14="http://schemas.microsoft.com/office/powerpoint/2010/main" val="2704498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EBD2E-6055-4772-AD6F-C0B8FA429776}"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C1AED5-11E5-4083-A7FE-164F0C1D4571}" type="slidenum">
              <a:rPr lang="en-IN" smtClean="0"/>
              <a:t>‹#›</a:t>
            </a:fld>
            <a:endParaRPr lang="en-IN"/>
          </a:p>
        </p:txBody>
      </p:sp>
    </p:spTree>
    <p:extLst>
      <p:ext uri="{BB962C8B-B14F-4D97-AF65-F5344CB8AC3E}">
        <p14:creationId xmlns:p14="http://schemas.microsoft.com/office/powerpoint/2010/main" val="856995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EBD2E-6055-4772-AD6F-C0B8FA429776}" type="datetimeFigureOut">
              <a:rPr lang="en-IN" smtClean="0"/>
              <a:t>29-01-2025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C1AED5-11E5-4083-A7FE-164F0C1D4571}" type="slidenum">
              <a:rPr lang="en-IN" smtClean="0"/>
              <a:t>‹#›</a:t>
            </a:fld>
            <a:endParaRPr lang="en-IN"/>
          </a:p>
        </p:txBody>
      </p:sp>
    </p:spTree>
    <p:extLst>
      <p:ext uri="{BB962C8B-B14F-4D97-AF65-F5344CB8AC3E}">
        <p14:creationId xmlns:p14="http://schemas.microsoft.com/office/powerpoint/2010/main" val="428327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BCEBD2E-6055-4772-AD6F-C0B8FA429776}" type="datetimeFigureOut">
              <a:rPr lang="en-IN" smtClean="0"/>
              <a:t>29-01-2025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5C1AED5-11E5-4083-A7FE-164F0C1D4571}"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666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A4C2B-FD49-209F-9C4C-90FA1F275874}"/>
              </a:ext>
            </a:extLst>
          </p:cNvPr>
          <p:cNvSpPr>
            <a:spLocks noGrp="1"/>
          </p:cNvSpPr>
          <p:nvPr>
            <p:ph type="ctrTitle"/>
          </p:nvPr>
        </p:nvSpPr>
        <p:spPr/>
        <p:txBody>
          <a:bodyPr/>
          <a:lstStyle/>
          <a:p>
            <a:r>
              <a:rPr lang="en-IN" b="1" dirty="0">
                <a:latin typeface="Arial Black" panose="020B0A04020102020204" pitchFamily="34" charset="0"/>
              </a:rPr>
              <a:t>SQL</a:t>
            </a:r>
          </a:p>
        </p:txBody>
      </p:sp>
    </p:spTree>
    <p:extLst>
      <p:ext uri="{BB962C8B-B14F-4D97-AF65-F5344CB8AC3E}">
        <p14:creationId xmlns:p14="http://schemas.microsoft.com/office/powerpoint/2010/main" val="1295565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666E5-0149-AFA6-D895-58C5389688D9}"/>
              </a:ext>
            </a:extLst>
          </p:cNvPr>
          <p:cNvSpPr>
            <a:spLocks noGrp="1"/>
          </p:cNvSpPr>
          <p:nvPr>
            <p:ph type="title"/>
          </p:nvPr>
        </p:nvSpPr>
        <p:spPr/>
        <p:txBody>
          <a:bodyPr/>
          <a:lstStyle/>
          <a:p>
            <a:r>
              <a:rPr lang="en-IN" dirty="0"/>
              <a:t>Agenda</a:t>
            </a:r>
          </a:p>
        </p:txBody>
      </p:sp>
      <p:sp>
        <p:nvSpPr>
          <p:cNvPr id="3" name="Content Placeholder 2">
            <a:extLst>
              <a:ext uri="{FF2B5EF4-FFF2-40B4-BE49-F238E27FC236}">
                <a16:creationId xmlns:a16="http://schemas.microsoft.com/office/drawing/2014/main" id="{74F6376C-998F-F343-B43D-F01FBFC144F0}"/>
              </a:ext>
            </a:extLst>
          </p:cNvPr>
          <p:cNvSpPr>
            <a:spLocks noGrp="1"/>
          </p:cNvSpPr>
          <p:nvPr>
            <p:ph idx="1"/>
          </p:nvPr>
        </p:nvSpPr>
        <p:spPr>
          <a:xfrm>
            <a:off x="1097280" y="1845733"/>
            <a:ext cx="10058400" cy="4842146"/>
          </a:xfrm>
        </p:spPr>
        <p:txBody>
          <a:bodyPr>
            <a:normAutofit lnSpcReduction="10000"/>
          </a:bodyPr>
          <a:lstStyle/>
          <a:p>
            <a:pPr marL="542925" indent="-542925">
              <a:buFont typeface="Wingdings" panose="05000000000000000000" pitchFamily="2" charset="2"/>
              <a:buChar char="ü"/>
            </a:pPr>
            <a:r>
              <a:rPr lang="en-IN" dirty="0"/>
              <a:t>SQL Introduction</a:t>
            </a:r>
          </a:p>
          <a:p>
            <a:pPr marL="542925" indent="-542925">
              <a:buFont typeface="Wingdings" panose="05000000000000000000" pitchFamily="2" charset="2"/>
              <a:buChar char="ü"/>
            </a:pPr>
            <a:r>
              <a:rPr lang="en-IN" dirty="0"/>
              <a:t>Rules</a:t>
            </a:r>
          </a:p>
          <a:p>
            <a:pPr marL="542925" indent="-542925">
              <a:buFont typeface="Wingdings" panose="05000000000000000000" pitchFamily="2" charset="2"/>
              <a:buChar char="ü"/>
            </a:pPr>
            <a:r>
              <a:rPr lang="en-IN" dirty="0"/>
              <a:t>Statements</a:t>
            </a:r>
          </a:p>
          <a:p>
            <a:pPr marL="542925" indent="-542925">
              <a:buFont typeface="Wingdings" panose="05000000000000000000" pitchFamily="2" charset="2"/>
              <a:buChar char="ü"/>
            </a:pPr>
            <a:r>
              <a:rPr lang="en-IN" dirty="0"/>
              <a:t>Operators</a:t>
            </a:r>
          </a:p>
          <a:p>
            <a:pPr marL="542925" indent="-542925">
              <a:buFont typeface="Wingdings" panose="05000000000000000000" pitchFamily="2" charset="2"/>
              <a:buChar char="ü"/>
            </a:pPr>
            <a:r>
              <a:rPr lang="en-IN" dirty="0"/>
              <a:t>Functions</a:t>
            </a:r>
          </a:p>
          <a:p>
            <a:pPr marL="542925" indent="-542925">
              <a:buFont typeface="Wingdings" panose="05000000000000000000" pitchFamily="2" charset="2"/>
              <a:buChar char="ü"/>
            </a:pPr>
            <a:r>
              <a:rPr lang="en-IN" dirty="0"/>
              <a:t>Aggregate Functions</a:t>
            </a:r>
          </a:p>
          <a:p>
            <a:pPr marL="542925" indent="-542925">
              <a:buFont typeface="Wingdings" panose="05000000000000000000" pitchFamily="2" charset="2"/>
              <a:buChar char="ü"/>
            </a:pPr>
            <a:r>
              <a:rPr lang="en-IN" dirty="0"/>
              <a:t>Clauses </a:t>
            </a:r>
          </a:p>
          <a:p>
            <a:pPr marL="542925" indent="-542925">
              <a:buFont typeface="Wingdings" panose="05000000000000000000" pitchFamily="2" charset="2"/>
              <a:buChar char="ü"/>
            </a:pPr>
            <a:r>
              <a:rPr lang="en-IN" dirty="0"/>
              <a:t>Joins</a:t>
            </a:r>
          </a:p>
          <a:p>
            <a:pPr marL="542925" indent="-542925">
              <a:buFont typeface="Wingdings" panose="05000000000000000000" pitchFamily="2" charset="2"/>
              <a:buChar char="ü"/>
            </a:pPr>
            <a:r>
              <a:rPr lang="en-IN" dirty="0"/>
              <a:t>Set Operators</a:t>
            </a:r>
          </a:p>
          <a:p>
            <a:pPr marL="542925" indent="-542925">
              <a:buFont typeface="Wingdings" panose="05000000000000000000" pitchFamily="2" charset="2"/>
              <a:buChar char="ü"/>
            </a:pPr>
            <a:r>
              <a:rPr lang="en-IN" dirty="0"/>
              <a:t>Constraints</a:t>
            </a:r>
          </a:p>
          <a:p>
            <a:pPr marL="542925" indent="-542925">
              <a:buFont typeface="Wingdings" panose="05000000000000000000" pitchFamily="2" charset="2"/>
              <a:buChar char="ü"/>
            </a:pPr>
            <a:r>
              <a:rPr lang="en-IN" dirty="0"/>
              <a:t>OLAP functions</a:t>
            </a:r>
          </a:p>
        </p:txBody>
      </p:sp>
    </p:spTree>
    <p:extLst>
      <p:ext uri="{BB962C8B-B14F-4D97-AF65-F5344CB8AC3E}">
        <p14:creationId xmlns:p14="http://schemas.microsoft.com/office/powerpoint/2010/main" val="1421376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CBCB6-BCD2-E98B-A27A-C94466B9C884}"/>
              </a:ext>
            </a:extLst>
          </p:cNvPr>
          <p:cNvSpPr>
            <a:spLocks noGrp="1"/>
          </p:cNvSpPr>
          <p:nvPr>
            <p:ph type="title"/>
          </p:nvPr>
        </p:nvSpPr>
        <p:spPr/>
        <p:txBody>
          <a:bodyPr/>
          <a:lstStyle/>
          <a:p>
            <a:pPr algn="ctr"/>
            <a:r>
              <a:rPr lang="en-IN" dirty="0"/>
              <a:t>Introduction</a:t>
            </a:r>
          </a:p>
        </p:txBody>
      </p:sp>
      <p:sp>
        <p:nvSpPr>
          <p:cNvPr id="3" name="Content Placeholder 2">
            <a:extLst>
              <a:ext uri="{FF2B5EF4-FFF2-40B4-BE49-F238E27FC236}">
                <a16:creationId xmlns:a16="http://schemas.microsoft.com/office/drawing/2014/main" id="{092BBF47-68A3-FBBB-0CE6-39BE4A7051F7}"/>
              </a:ext>
            </a:extLst>
          </p:cNvPr>
          <p:cNvSpPr>
            <a:spLocks noGrp="1"/>
          </p:cNvSpPr>
          <p:nvPr>
            <p:ph idx="1"/>
          </p:nvPr>
        </p:nvSpPr>
        <p:spPr/>
        <p:txBody>
          <a:bodyPr>
            <a:normAutofit fontScale="85000" lnSpcReduction="20000"/>
          </a:bodyPr>
          <a:lstStyle/>
          <a:p>
            <a:pPr marL="542925" indent="-542925">
              <a:lnSpc>
                <a:spcPct val="150000"/>
              </a:lnSpc>
              <a:buFont typeface="Wingdings" panose="05000000000000000000" pitchFamily="2" charset="2"/>
              <a:buChar char="Ø"/>
            </a:pPr>
            <a:r>
              <a:rPr lang="en-IN" dirty="0"/>
              <a:t>The IBM researchers Raymond Boyce and Donald Chamberlin originally developed the SEQUEL.</a:t>
            </a:r>
          </a:p>
          <a:p>
            <a:pPr marL="542925" indent="-542925">
              <a:lnSpc>
                <a:spcPct val="150000"/>
              </a:lnSpc>
              <a:buFont typeface="Wingdings" panose="05000000000000000000" pitchFamily="2" charset="2"/>
              <a:buChar char="Ø"/>
            </a:pPr>
            <a:r>
              <a:rPr lang="en-IN" dirty="0"/>
              <a:t>They both developed the SQL at the San Jose Research laboratory of IBM Corporation in 1970.</a:t>
            </a:r>
          </a:p>
          <a:p>
            <a:pPr marL="542925" indent="-542925">
              <a:lnSpc>
                <a:spcPct val="150000"/>
              </a:lnSpc>
              <a:buFont typeface="Wingdings" panose="05000000000000000000" pitchFamily="2" charset="2"/>
              <a:buChar char="Ø"/>
            </a:pPr>
            <a:r>
              <a:rPr lang="en-IN" dirty="0"/>
              <a:t>At the end of the 1970s, relational software Inc. developed their own first SQL using the concepts of E.F. Codd, Raymond Boyce, and Donald Chamberlin. This SQL was totally based on RDBMS.</a:t>
            </a:r>
          </a:p>
          <a:p>
            <a:pPr marL="542925" indent="-542925">
              <a:lnSpc>
                <a:spcPct val="150000"/>
              </a:lnSpc>
              <a:buFont typeface="Wingdings" panose="05000000000000000000" pitchFamily="2" charset="2"/>
              <a:buChar char="Ø"/>
            </a:pPr>
            <a:r>
              <a:rPr lang="en-IN" dirty="0"/>
              <a:t>SQL is a structured Query Language.</a:t>
            </a:r>
          </a:p>
          <a:p>
            <a:pPr marL="542925" indent="-542925">
              <a:lnSpc>
                <a:spcPct val="150000"/>
              </a:lnSpc>
              <a:buFont typeface="Wingdings" panose="05000000000000000000" pitchFamily="2" charset="2"/>
              <a:buChar char="Ø"/>
            </a:pPr>
            <a:r>
              <a:rPr lang="en-IN" dirty="0"/>
              <a:t>It is an interface between tabular format (DWH) and end user.</a:t>
            </a:r>
          </a:p>
          <a:p>
            <a:pPr marL="542925" indent="-542925">
              <a:lnSpc>
                <a:spcPct val="150000"/>
              </a:lnSpc>
              <a:buFont typeface="Wingdings" panose="05000000000000000000" pitchFamily="2" charset="2"/>
              <a:buChar char="Ø"/>
            </a:pPr>
            <a:r>
              <a:rPr lang="en-IN" dirty="0"/>
              <a:t>It is used to insert, manipulate, remove, delete  the data from DWH.</a:t>
            </a:r>
          </a:p>
          <a:p>
            <a:pPr marL="542925" indent="-542925">
              <a:lnSpc>
                <a:spcPct val="150000"/>
              </a:lnSpc>
              <a:buFont typeface="Wingdings" panose="05000000000000000000" pitchFamily="2" charset="2"/>
              <a:buChar char="Ø"/>
            </a:pPr>
            <a:r>
              <a:rPr lang="en-IN" dirty="0"/>
              <a:t>It is not a DB it is a Query language to interacts with DWH/DB.</a:t>
            </a:r>
          </a:p>
          <a:p>
            <a:pPr marL="542925" indent="-542925">
              <a:lnSpc>
                <a:spcPct val="150000"/>
              </a:lnSpc>
              <a:buFont typeface="Wingdings" panose="05000000000000000000" pitchFamily="2" charset="2"/>
              <a:buChar char="Ø"/>
            </a:pPr>
            <a:endParaRPr lang="en-IN" dirty="0"/>
          </a:p>
          <a:p>
            <a:pPr marL="542925" indent="-542925">
              <a:lnSpc>
                <a:spcPct val="150000"/>
              </a:lnSpc>
              <a:buFont typeface="Wingdings" panose="05000000000000000000" pitchFamily="2" charset="2"/>
              <a:buChar char="Ø"/>
            </a:pPr>
            <a:endParaRPr lang="en-IN" i="1" dirty="0"/>
          </a:p>
          <a:p>
            <a:endParaRPr lang="en-IN" dirty="0"/>
          </a:p>
        </p:txBody>
      </p:sp>
    </p:spTree>
    <p:extLst>
      <p:ext uri="{BB962C8B-B14F-4D97-AF65-F5344CB8AC3E}">
        <p14:creationId xmlns:p14="http://schemas.microsoft.com/office/powerpoint/2010/main" val="3294194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7846E-6344-7398-623E-222400C40BDC}"/>
              </a:ext>
            </a:extLst>
          </p:cNvPr>
          <p:cNvSpPr>
            <a:spLocks noGrp="1"/>
          </p:cNvSpPr>
          <p:nvPr>
            <p:ph type="title"/>
          </p:nvPr>
        </p:nvSpPr>
        <p:spPr/>
        <p:txBody>
          <a:bodyPr/>
          <a:lstStyle/>
          <a:p>
            <a:r>
              <a:rPr lang="en-IN" dirty="0"/>
              <a:t>Rules</a:t>
            </a:r>
          </a:p>
        </p:txBody>
      </p:sp>
      <p:sp>
        <p:nvSpPr>
          <p:cNvPr id="3" name="Content Placeholder 2">
            <a:extLst>
              <a:ext uri="{FF2B5EF4-FFF2-40B4-BE49-F238E27FC236}">
                <a16:creationId xmlns:a16="http://schemas.microsoft.com/office/drawing/2014/main" id="{904CEE44-1166-85F0-9E49-1A77700A9F2D}"/>
              </a:ext>
            </a:extLst>
          </p:cNvPr>
          <p:cNvSpPr>
            <a:spLocks noGrp="1"/>
          </p:cNvSpPr>
          <p:nvPr>
            <p:ph idx="1"/>
          </p:nvPr>
        </p:nvSpPr>
        <p:spPr>
          <a:xfrm>
            <a:off x="1097280" y="1845734"/>
            <a:ext cx="10439046" cy="4023360"/>
          </a:xfrm>
        </p:spPr>
        <p:txBody>
          <a:bodyPr/>
          <a:lstStyle/>
          <a:p>
            <a:pPr marL="446088" indent="-446088">
              <a:lnSpc>
                <a:spcPct val="100000"/>
              </a:lnSpc>
              <a:buFont typeface="Wingdings" panose="05000000000000000000" pitchFamily="2" charset="2"/>
              <a:buChar char="Ø"/>
            </a:pPr>
            <a:r>
              <a:rPr lang="en-IN" dirty="0"/>
              <a:t>Table name should be unique in DB/DWH</a:t>
            </a:r>
          </a:p>
          <a:p>
            <a:pPr marL="446088" indent="-446088">
              <a:lnSpc>
                <a:spcPct val="100000"/>
              </a:lnSpc>
              <a:buFont typeface="Wingdings" panose="05000000000000000000" pitchFamily="2" charset="2"/>
              <a:buChar char="Ø"/>
            </a:pPr>
            <a:r>
              <a:rPr lang="en-IN" dirty="0"/>
              <a:t>Column/Attribute should be unique with in the table.</a:t>
            </a:r>
          </a:p>
          <a:p>
            <a:pPr marL="446088" indent="-446088">
              <a:lnSpc>
                <a:spcPct val="100000"/>
              </a:lnSpc>
              <a:buFont typeface="Wingdings" panose="05000000000000000000" pitchFamily="2" charset="2"/>
              <a:buChar char="Ø"/>
            </a:pPr>
            <a:r>
              <a:rPr lang="en-IN" dirty="0"/>
              <a:t>Always use (_)  as a Special char in Table name or Column Name, don’t use symbols like $ or #</a:t>
            </a:r>
          </a:p>
          <a:p>
            <a:pPr marL="446088" indent="-446088">
              <a:lnSpc>
                <a:spcPct val="100000"/>
              </a:lnSpc>
              <a:buFont typeface="Wingdings" panose="05000000000000000000" pitchFamily="2" charset="2"/>
              <a:buChar char="Ø"/>
            </a:pPr>
            <a:r>
              <a:rPr lang="en-IN" dirty="0"/>
              <a:t>Every SQL statement must end with ‘;’</a:t>
            </a:r>
          </a:p>
          <a:p>
            <a:pPr marL="446088" indent="-446088">
              <a:lnSpc>
                <a:spcPct val="100000"/>
              </a:lnSpc>
              <a:buFont typeface="Wingdings" panose="05000000000000000000" pitchFamily="2" charset="2"/>
              <a:buChar char="Ø"/>
            </a:pPr>
            <a:r>
              <a:rPr lang="en-IN" dirty="0"/>
              <a:t>Table names or column names are not case sensitive but data in the table are case sensitive</a:t>
            </a:r>
          </a:p>
          <a:p>
            <a:endParaRPr lang="en-IN" dirty="0"/>
          </a:p>
        </p:txBody>
      </p:sp>
    </p:spTree>
    <p:extLst>
      <p:ext uri="{BB962C8B-B14F-4D97-AF65-F5344CB8AC3E}">
        <p14:creationId xmlns:p14="http://schemas.microsoft.com/office/powerpoint/2010/main" val="3904163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044705D4-E788-5292-EFFD-D54206B42095}"/>
              </a:ext>
            </a:extLst>
          </p:cNvPr>
          <p:cNvGraphicFramePr/>
          <p:nvPr>
            <p:extLst>
              <p:ext uri="{D42A27DB-BD31-4B8C-83A1-F6EECF244321}">
                <p14:modId xmlns:p14="http://schemas.microsoft.com/office/powerpoint/2010/main" val="1104086793"/>
              </p:ext>
            </p:extLst>
          </p:nvPr>
        </p:nvGraphicFramePr>
        <p:xfrm>
          <a:off x="1178559" y="444893"/>
          <a:ext cx="9419265" cy="59682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2902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DC7E8F8-DE80-514C-50F5-7D19AAE122F2}"/>
              </a:ext>
            </a:extLst>
          </p:cNvPr>
          <p:cNvGraphicFramePr>
            <a:graphicFrameLocks noGrp="1"/>
          </p:cNvGraphicFramePr>
          <p:nvPr>
            <p:ph idx="1"/>
            <p:extLst>
              <p:ext uri="{D42A27DB-BD31-4B8C-83A1-F6EECF244321}">
                <p14:modId xmlns:p14="http://schemas.microsoft.com/office/powerpoint/2010/main" val="451639357"/>
              </p:ext>
            </p:extLst>
          </p:nvPr>
        </p:nvGraphicFramePr>
        <p:xfrm>
          <a:off x="853080" y="0"/>
          <a:ext cx="10485840" cy="62463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8847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7DC7E8F8-DE80-514C-50F5-7D19AAE122F2}"/>
              </a:ext>
            </a:extLst>
          </p:cNvPr>
          <p:cNvGraphicFramePr>
            <a:graphicFrameLocks noGrp="1"/>
          </p:cNvGraphicFramePr>
          <p:nvPr>
            <p:ph idx="1"/>
            <p:extLst>
              <p:ext uri="{D42A27DB-BD31-4B8C-83A1-F6EECF244321}">
                <p14:modId xmlns:p14="http://schemas.microsoft.com/office/powerpoint/2010/main" val="2645674486"/>
              </p:ext>
            </p:extLst>
          </p:nvPr>
        </p:nvGraphicFramePr>
        <p:xfrm>
          <a:off x="193127" y="94008"/>
          <a:ext cx="11805745" cy="64185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8343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3CF19-B440-104F-4B3E-36CBD13ED000}"/>
              </a:ext>
            </a:extLst>
          </p:cNvPr>
          <p:cNvSpPr>
            <a:spLocks noGrp="1"/>
          </p:cNvSpPr>
          <p:nvPr>
            <p:ph type="title"/>
          </p:nvPr>
        </p:nvSpPr>
        <p:spPr>
          <a:xfrm>
            <a:off x="1097280" y="658743"/>
            <a:ext cx="10058400" cy="1450757"/>
          </a:xfrm>
        </p:spPr>
        <p:txBody>
          <a:bodyPr/>
          <a:lstStyle/>
          <a:p>
            <a:pPr algn="ctr"/>
            <a:r>
              <a:rPr lang="en-IN" dirty="0"/>
              <a:t>DDL (Data Definition Language)</a:t>
            </a:r>
            <a:br>
              <a:rPr lang="en-IN" dirty="0"/>
            </a:br>
            <a:endParaRPr lang="en-IN" dirty="0"/>
          </a:p>
        </p:txBody>
      </p:sp>
      <p:sp>
        <p:nvSpPr>
          <p:cNvPr id="3" name="Content Placeholder 2">
            <a:extLst>
              <a:ext uri="{FF2B5EF4-FFF2-40B4-BE49-F238E27FC236}">
                <a16:creationId xmlns:a16="http://schemas.microsoft.com/office/drawing/2014/main" id="{2453BC2B-D3E7-DEAA-EB33-5E0ABAAA543B}"/>
              </a:ext>
            </a:extLst>
          </p:cNvPr>
          <p:cNvSpPr>
            <a:spLocks noGrp="1"/>
          </p:cNvSpPr>
          <p:nvPr>
            <p:ph idx="1"/>
          </p:nvPr>
        </p:nvSpPr>
        <p:spPr/>
        <p:txBody>
          <a:bodyPr/>
          <a:lstStyle/>
          <a:p>
            <a:pPr marL="712788" indent="-712788">
              <a:buFont typeface="Wingdings" panose="05000000000000000000" pitchFamily="2" charset="2"/>
              <a:buChar char="Ø"/>
            </a:pPr>
            <a:r>
              <a:rPr lang="en-IN" dirty="0"/>
              <a:t>Create: to create the table</a:t>
            </a:r>
          </a:p>
          <a:p>
            <a:pPr marL="712788" indent="-712788">
              <a:buFont typeface="Wingdings" panose="05000000000000000000" pitchFamily="2" charset="2"/>
              <a:buChar char="Ø"/>
            </a:pPr>
            <a:r>
              <a:rPr lang="en-IN" dirty="0"/>
              <a:t>Alter: used for column wise</a:t>
            </a:r>
          </a:p>
          <a:p>
            <a:pPr marL="895350" lvl="2" indent="-268288"/>
            <a:r>
              <a:rPr lang="en-IN" sz="1600" dirty="0"/>
              <a:t>Add: Add column </a:t>
            </a:r>
          </a:p>
          <a:p>
            <a:pPr marL="895350" lvl="2" indent="-268288"/>
            <a:r>
              <a:rPr lang="en-IN" sz="1600" dirty="0"/>
              <a:t>Modify: Modify data type &amp; data length (only when there is no data)</a:t>
            </a:r>
          </a:p>
          <a:p>
            <a:pPr marL="895350" lvl="2" indent="-268288"/>
            <a:r>
              <a:rPr lang="en-IN" sz="1600" dirty="0"/>
              <a:t>Drop: Drop column</a:t>
            </a:r>
          </a:p>
          <a:p>
            <a:pPr marL="895350" lvl="2" indent="-268288"/>
            <a:r>
              <a:rPr lang="en-IN" sz="1600" dirty="0"/>
              <a:t>Rename: Rename column name</a:t>
            </a:r>
          </a:p>
          <a:p>
            <a:pPr marL="712788" indent="-712788">
              <a:buFont typeface="Wingdings" panose="05000000000000000000" pitchFamily="2" charset="2"/>
              <a:buChar char="Ø"/>
            </a:pPr>
            <a:r>
              <a:rPr lang="en-IN" dirty="0"/>
              <a:t>Rename: To rename the existing table name</a:t>
            </a:r>
          </a:p>
          <a:p>
            <a:pPr marL="712788" indent="-712788">
              <a:buFont typeface="Wingdings" panose="05000000000000000000" pitchFamily="2" charset="2"/>
              <a:buChar char="Ø"/>
            </a:pPr>
            <a:r>
              <a:rPr lang="en-IN" dirty="0"/>
              <a:t>Drop: To drop/delete the table</a:t>
            </a:r>
          </a:p>
          <a:p>
            <a:pPr marL="712788" indent="-712788">
              <a:buFont typeface="Wingdings" panose="05000000000000000000" pitchFamily="2" charset="2"/>
              <a:buChar char="Ø"/>
            </a:pPr>
            <a:r>
              <a:rPr lang="en-IN" dirty="0"/>
              <a:t>Truncate: to delete the data, meta data remains same</a:t>
            </a:r>
          </a:p>
        </p:txBody>
      </p:sp>
    </p:spTree>
    <p:extLst>
      <p:ext uri="{BB962C8B-B14F-4D97-AF65-F5344CB8AC3E}">
        <p14:creationId xmlns:p14="http://schemas.microsoft.com/office/powerpoint/2010/main" val="264051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970E2-CCC4-FBC3-1584-437644080487}"/>
              </a:ext>
            </a:extLst>
          </p:cNvPr>
          <p:cNvSpPr>
            <a:spLocks noGrp="1"/>
          </p:cNvSpPr>
          <p:nvPr>
            <p:ph type="title"/>
          </p:nvPr>
        </p:nvSpPr>
        <p:spPr>
          <a:xfrm>
            <a:off x="1097280" y="159012"/>
            <a:ext cx="10058400" cy="1450757"/>
          </a:xfrm>
        </p:spPr>
        <p:txBody>
          <a:bodyPr/>
          <a:lstStyle/>
          <a:p>
            <a:pPr algn="ctr"/>
            <a:r>
              <a:rPr lang="en-IN" dirty="0"/>
              <a:t>DML(Data Manipulation Language)</a:t>
            </a:r>
          </a:p>
        </p:txBody>
      </p:sp>
      <p:sp>
        <p:nvSpPr>
          <p:cNvPr id="3" name="Content Placeholder 2">
            <a:extLst>
              <a:ext uri="{FF2B5EF4-FFF2-40B4-BE49-F238E27FC236}">
                <a16:creationId xmlns:a16="http://schemas.microsoft.com/office/drawing/2014/main" id="{22394E3B-5CE9-DD35-A9BE-DCF2AAAD6175}"/>
              </a:ext>
            </a:extLst>
          </p:cNvPr>
          <p:cNvSpPr>
            <a:spLocks noGrp="1"/>
          </p:cNvSpPr>
          <p:nvPr>
            <p:ph idx="1"/>
          </p:nvPr>
        </p:nvSpPr>
        <p:spPr/>
        <p:txBody>
          <a:bodyPr/>
          <a:lstStyle/>
          <a:p>
            <a:pPr marL="446088" indent="-446088">
              <a:buFont typeface="Wingdings" panose="05000000000000000000" pitchFamily="2" charset="2"/>
              <a:buChar char="Ø"/>
            </a:pPr>
            <a:r>
              <a:rPr lang="en-IN" dirty="0"/>
              <a:t>Insert:</a:t>
            </a:r>
          </a:p>
          <a:p>
            <a:pPr lvl="2"/>
            <a:r>
              <a:rPr lang="en-IN" sz="2000" dirty="0"/>
              <a:t>Insert data in table</a:t>
            </a:r>
          </a:p>
          <a:p>
            <a:pPr marL="446088" indent="-446088">
              <a:buFont typeface="Wingdings" panose="05000000000000000000" pitchFamily="2" charset="2"/>
              <a:buChar char="Ø"/>
            </a:pPr>
            <a:r>
              <a:rPr lang="en-IN" dirty="0"/>
              <a:t>Update:</a:t>
            </a:r>
          </a:p>
          <a:p>
            <a:pPr lvl="2"/>
            <a:r>
              <a:rPr lang="en-IN" sz="2000" dirty="0"/>
              <a:t>Update records from table</a:t>
            </a:r>
          </a:p>
          <a:p>
            <a:pPr marL="446088" indent="-446088">
              <a:buFont typeface="Wingdings" panose="05000000000000000000" pitchFamily="2" charset="2"/>
              <a:buChar char="Ø"/>
            </a:pPr>
            <a:r>
              <a:rPr lang="en-IN" dirty="0"/>
              <a:t>Delete:</a:t>
            </a:r>
          </a:p>
          <a:p>
            <a:pPr lvl="2"/>
            <a:r>
              <a:rPr lang="en-IN" sz="2000" dirty="0"/>
              <a:t>Delete records in table</a:t>
            </a:r>
          </a:p>
          <a:p>
            <a:endParaRPr lang="en-IN" dirty="0"/>
          </a:p>
          <a:p>
            <a:pPr marL="457200" lvl="1" indent="0">
              <a:buNone/>
            </a:pPr>
            <a:endParaRPr lang="en-IN" dirty="0"/>
          </a:p>
        </p:txBody>
      </p:sp>
    </p:spTree>
    <p:extLst>
      <p:ext uri="{BB962C8B-B14F-4D97-AF65-F5344CB8AC3E}">
        <p14:creationId xmlns:p14="http://schemas.microsoft.com/office/powerpoint/2010/main" val="3317512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5335E-DCA0-2812-5DD6-8DE756FECC08}"/>
              </a:ext>
            </a:extLst>
          </p:cNvPr>
          <p:cNvSpPr>
            <a:spLocks noGrp="1"/>
          </p:cNvSpPr>
          <p:nvPr>
            <p:ph type="title"/>
          </p:nvPr>
        </p:nvSpPr>
        <p:spPr>
          <a:xfrm>
            <a:off x="838200" y="847508"/>
            <a:ext cx="10515600" cy="1325563"/>
          </a:xfrm>
        </p:spPr>
        <p:txBody>
          <a:bodyPr>
            <a:normAutofit fontScale="90000"/>
          </a:bodyPr>
          <a:lstStyle/>
          <a:p>
            <a:pPr algn="ctr"/>
            <a:r>
              <a:rPr lang="en-IN" dirty="0"/>
              <a:t> DCL(Data Control Language)</a:t>
            </a:r>
            <a:br>
              <a:rPr lang="en-IN" dirty="0"/>
            </a:br>
            <a:endParaRPr lang="en-IN" dirty="0"/>
          </a:p>
        </p:txBody>
      </p:sp>
      <p:sp>
        <p:nvSpPr>
          <p:cNvPr id="3" name="Content Placeholder 2">
            <a:extLst>
              <a:ext uri="{FF2B5EF4-FFF2-40B4-BE49-F238E27FC236}">
                <a16:creationId xmlns:a16="http://schemas.microsoft.com/office/drawing/2014/main" id="{6F6D87F6-BFE3-7350-9CE2-5D2B39D19F51}"/>
              </a:ext>
            </a:extLst>
          </p:cNvPr>
          <p:cNvSpPr>
            <a:spLocks noGrp="1"/>
          </p:cNvSpPr>
          <p:nvPr>
            <p:ph idx="1"/>
          </p:nvPr>
        </p:nvSpPr>
        <p:spPr/>
        <p:txBody>
          <a:bodyPr/>
          <a:lstStyle/>
          <a:p>
            <a:endParaRPr lang="en-IN" dirty="0"/>
          </a:p>
          <a:p>
            <a:pPr marL="361950" indent="-361950">
              <a:buFont typeface="Wingdings" panose="05000000000000000000" pitchFamily="2" charset="2"/>
              <a:buChar char="Ø"/>
            </a:pPr>
            <a:r>
              <a:rPr lang="en-IN" dirty="0"/>
              <a:t>Grant: </a:t>
            </a:r>
          </a:p>
          <a:p>
            <a:pPr lvl="2"/>
            <a:r>
              <a:rPr lang="en-IN" sz="2000" dirty="0"/>
              <a:t>Grant access or permissions on top of source/ target</a:t>
            </a:r>
          </a:p>
          <a:p>
            <a:pPr marL="361950" indent="-361950">
              <a:buFont typeface="Wingdings" panose="05000000000000000000" pitchFamily="2" charset="2"/>
              <a:buChar char="Ø"/>
            </a:pPr>
            <a:r>
              <a:rPr lang="en-IN" dirty="0"/>
              <a:t>Revoke:</a:t>
            </a:r>
          </a:p>
          <a:p>
            <a:pPr lvl="2"/>
            <a:r>
              <a:rPr lang="en-IN" sz="2000" dirty="0"/>
              <a:t>Revert the granted access</a:t>
            </a:r>
          </a:p>
        </p:txBody>
      </p:sp>
    </p:spTree>
    <p:extLst>
      <p:ext uri="{BB962C8B-B14F-4D97-AF65-F5344CB8AC3E}">
        <p14:creationId xmlns:p14="http://schemas.microsoft.com/office/powerpoint/2010/main" val="1109658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A4D5B-440C-0EEB-D515-D661422EC301}"/>
              </a:ext>
            </a:extLst>
          </p:cNvPr>
          <p:cNvSpPr>
            <a:spLocks noGrp="1"/>
          </p:cNvSpPr>
          <p:nvPr>
            <p:ph type="title"/>
          </p:nvPr>
        </p:nvSpPr>
        <p:spPr>
          <a:xfrm>
            <a:off x="1097280" y="127114"/>
            <a:ext cx="10058400" cy="1450757"/>
          </a:xfrm>
        </p:spPr>
        <p:txBody>
          <a:bodyPr/>
          <a:lstStyle/>
          <a:p>
            <a:pPr algn="ctr"/>
            <a:r>
              <a:rPr lang="en-IN" dirty="0"/>
              <a:t>TCL(Transfer control Language)</a:t>
            </a:r>
          </a:p>
        </p:txBody>
      </p:sp>
      <p:sp>
        <p:nvSpPr>
          <p:cNvPr id="3" name="Content Placeholder 2">
            <a:extLst>
              <a:ext uri="{FF2B5EF4-FFF2-40B4-BE49-F238E27FC236}">
                <a16:creationId xmlns:a16="http://schemas.microsoft.com/office/drawing/2014/main" id="{2BC53E41-83B4-DF86-DCF7-45A34F324406}"/>
              </a:ext>
            </a:extLst>
          </p:cNvPr>
          <p:cNvSpPr>
            <a:spLocks noGrp="1"/>
          </p:cNvSpPr>
          <p:nvPr>
            <p:ph idx="1"/>
          </p:nvPr>
        </p:nvSpPr>
        <p:spPr/>
        <p:txBody>
          <a:bodyPr>
            <a:normAutofit/>
          </a:bodyPr>
          <a:lstStyle/>
          <a:p>
            <a:pPr marL="446088" indent="-446088">
              <a:buFont typeface="Wingdings" panose="05000000000000000000" pitchFamily="2" charset="2"/>
              <a:buChar char="Ø"/>
            </a:pPr>
            <a:r>
              <a:rPr lang="en-IN" sz="1800" dirty="0"/>
              <a:t>Commit:</a:t>
            </a:r>
          </a:p>
          <a:p>
            <a:pPr lvl="2"/>
            <a:r>
              <a:rPr lang="en-IN" sz="1800" dirty="0"/>
              <a:t>Used to save the data</a:t>
            </a:r>
          </a:p>
          <a:p>
            <a:pPr marL="446088" indent="-446088">
              <a:buFont typeface="Wingdings" panose="05000000000000000000" pitchFamily="2" charset="2"/>
              <a:buChar char="Ø"/>
            </a:pPr>
            <a:r>
              <a:rPr lang="en-IN" sz="1800" dirty="0"/>
              <a:t>Roll back:</a:t>
            </a:r>
          </a:p>
          <a:p>
            <a:pPr lvl="2"/>
            <a:r>
              <a:rPr lang="en-IN" sz="1800" dirty="0"/>
              <a:t>To undo which is not committed</a:t>
            </a:r>
          </a:p>
          <a:p>
            <a:pPr marL="446088" indent="-446088">
              <a:buFont typeface="Wingdings" panose="05000000000000000000" pitchFamily="2" charset="2"/>
              <a:buChar char="Ø"/>
            </a:pPr>
            <a:r>
              <a:rPr lang="en-IN" sz="1800" dirty="0"/>
              <a:t>Save point:</a:t>
            </a:r>
          </a:p>
          <a:p>
            <a:pPr lvl="2"/>
            <a:r>
              <a:rPr lang="en-IN" sz="1800" dirty="0"/>
              <a:t>To save the data up to particular save point</a:t>
            </a:r>
          </a:p>
        </p:txBody>
      </p:sp>
    </p:spTree>
    <p:extLst>
      <p:ext uri="{BB962C8B-B14F-4D97-AF65-F5344CB8AC3E}">
        <p14:creationId xmlns:p14="http://schemas.microsoft.com/office/powerpoint/2010/main" val="503883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2BE51-0A38-3A22-F327-072ADC1033D0}"/>
              </a:ext>
            </a:extLst>
          </p:cNvPr>
          <p:cNvSpPr>
            <a:spLocks noGrp="1"/>
          </p:cNvSpPr>
          <p:nvPr>
            <p:ph type="title"/>
          </p:nvPr>
        </p:nvSpPr>
        <p:spPr>
          <a:xfrm>
            <a:off x="1097280" y="127115"/>
            <a:ext cx="10058400" cy="1450757"/>
          </a:xfrm>
        </p:spPr>
        <p:txBody>
          <a:bodyPr/>
          <a:lstStyle/>
          <a:p>
            <a:pPr algn="ctr"/>
            <a:r>
              <a:rPr lang="en-IN" dirty="0"/>
              <a:t>Constraints</a:t>
            </a:r>
          </a:p>
        </p:txBody>
      </p:sp>
      <p:sp>
        <p:nvSpPr>
          <p:cNvPr id="6" name="Content Placeholder 2">
            <a:extLst>
              <a:ext uri="{FF2B5EF4-FFF2-40B4-BE49-F238E27FC236}">
                <a16:creationId xmlns:a16="http://schemas.microsoft.com/office/drawing/2014/main" id="{6451F9F1-8BD7-BCCB-08E6-29D3778484E6}"/>
              </a:ext>
            </a:extLst>
          </p:cNvPr>
          <p:cNvSpPr>
            <a:spLocks noGrp="1"/>
          </p:cNvSpPr>
          <p:nvPr>
            <p:ph idx="1"/>
          </p:nvPr>
        </p:nvSpPr>
        <p:spPr>
          <a:xfrm>
            <a:off x="1097280" y="1845734"/>
            <a:ext cx="10058400" cy="4023360"/>
          </a:xfrm>
        </p:spPr>
        <p:txBody>
          <a:bodyPr/>
          <a:lstStyle/>
          <a:p>
            <a:pPr marL="627063" indent="-627063">
              <a:buFont typeface="Wingdings" panose="05000000000000000000" pitchFamily="2" charset="2"/>
              <a:buChar char="Ø"/>
            </a:pPr>
            <a:r>
              <a:rPr lang="en-IN" dirty="0"/>
              <a:t>NOT NULL - Ensures that a column cannot have a NULL value</a:t>
            </a:r>
          </a:p>
          <a:p>
            <a:pPr marL="627063" indent="-627063">
              <a:buFont typeface="Wingdings" panose="05000000000000000000" pitchFamily="2" charset="2"/>
              <a:buChar char="Ø"/>
            </a:pPr>
            <a:r>
              <a:rPr lang="en-IN" dirty="0"/>
              <a:t>UNIQUE - Ensures that all values in a column are different</a:t>
            </a:r>
          </a:p>
          <a:p>
            <a:pPr marL="627063" indent="-627063">
              <a:buFont typeface="Wingdings" panose="05000000000000000000" pitchFamily="2" charset="2"/>
              <a:buChar char="Ø"/>
            </a:pPr>
            <a:r>
              <a:rPr lang="en-IN" dirty="0"/>
              <a:t>PRIMARY KEY - A combination of a NOT NULL and UNIQUE. Uniquely identifies each row in a table</a:t>
            </a:r>
          </a:p>
          <a:p>
            <a:pPr marL="627063" indent="-627063">
              <a:buFont typeface="Wingdings" panose="05000000000000000000" pitchFamily="2" charset="2"/>
              <a:buChar char="Ø"/>
            </a:pPr>
            <a:r>
              <a:rPr lang="en-IN" dirty="0"/>
              <a:t>FOREIGN KEY - Prevents actions that would destroy links between tables</a:t>
            </a:r>
          </a:p>
          <a:p>
            <a:pPr marL="627063" indent="-627063">
              <a:buFont typeface="Wingdings" panose="05000000000000000000" pitchFamily="2" charset="2"/>
              <a:buChar char="Ø"/>
            </a:pPr>
            <a:r>
              <a:rPr lang="en-IN" dirty="0"/>
              <a:t>CHECK - Ensures that the values in a column satisfies a specific condition</a:t>
            </a:r>
          </a:p>
          <a:p>
            <a:pPr marL="627063" indent="-627063">
              <a:buFont typeface="Wingdings" panose="05000000000000000000" pitchFamily="2" charset="2"/>
              <a:buChar char="Ø"/>
            </a:pPr>
            <a:r>
              <a:rPr lang="en-IN" dirty="0"/>
              <a:t>DEFAULT - Sets a default value for a column if no value is specified</a:t>
            </a:r>
          </a:p>
          <a:p>
            <a:pPr marL="627063" indent="-627063">
              <a:buFont typeface="Wingdings" panose="05000000000000000000" pitchFamily="2" charset="2"/>
              <a:buChar char="Ø"/>
            </a:pPr>
            <a:r>
              <a:rPr lang="en-IN" dirty="0"/>
              <a:t>CREATE INDEX - Used to create and retrieve data from the database very quickly</a:t>
            </a:r>
          </a:p>
        </p:txBody>
      </p:sp>
    </p:spTree>
    <p:extLst>
      <p:ext uri="{BB962C8B-B14F-4D97-AF65-F5344CB8AC3E}">
        <p14:creationId xmlns:p14="http://schemas.microsoft.com/office/powerpoint/2010/main" val="57471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4F88F-98F5-B776-5C54-0AAE6AB4FA82}"/>
              </a:ext>
            </a:extLst>
          </p:cNvPr>
          <p:cNvSpPr>
            <a:spLocks noGrp="1"/>
          </p:cNvSpPr>
          <p:nvPr>
            <p:ph type="title"/>
          </p:nvPr>
        </p:nvSpPr>
        <p:spPr>
          <a:xfrm>
            <a:off x="1097280" y="127115"/>
            <a:ext cx="10058400" cy="1450757"/>
          </a:xfrm>
        </p:spPr>
        <p:txBody>
          <a:bodyPr/>
          <a:lstStyle/>
          <a:p>
            <a:pPr algn="ctr"/>
            <a:r>
              <a:rPr lang="en-IN" dirty="0"/>
              <a:t>Operators</a:t>
            </a:r>
          </a:p>
        </p:txBody>
      </p:sp>
      <p:sp>
        <p:nvSpPr>
          <p:cNvPr id="3" name="Content Placeholder 2">
            <a:extLst>
              <a:ext uri="{FF2B5EF4-FFF2-40B4-BE49-F238E27FC236}">
                <a16:creationId xmlns:a16="http://schemas.microsoft.com/office/drawing/2014/main" id="{5700782F-2421-23A9-1DCA-CD6561038779}"/>
              </a:ext>
            </a:extLst>
          </p:cNvPr>
          <p:cNvSpPr>
            <a:spLocks noGrp="1"/>
          </p:cNvSpPr>
          <p:nvPr>
            <p:ph idx="1"/>
          </p:nvPr>
        </p:nvSpPr>
        <p:spPr/>
        <p:txBody>
          <a:bodyPr/>
          <a:lstStyle/>
          <a:p>
            <a:pPr marL="446088" indent="-446088">
              <a:buFont typeface="Wingdings" panose="05000000000000000000" pitchFamily="2" charset="2"/>
              <a:buChar char="Ø"/>
            </a:pPr>
            <a:r>
              <a:rPr lang="en-IN" dirty="0"/>
              <a:t>Arithmetic operator:</a:t>
            </a:r>
          </a:p>
          <a:p>
            <a:pPr lvl="2"/>
            <a:r>
              <a:rPr lang="en-IN" sz="2000" dirty="0"/>
              <a:t>It consists of operators like ADD, SUB, MUL, DIV, MOD to perform athematic operations</a:t>
            </a:r>
          </a:p>
          <a:p>
            <a:pPr marL="446088" indent="-446088">
              <a:buFont typeface="Wingdings" panose="05000000000000000000" pitchFamily="2" charset="2"/>
              <a:buChar char="Ø"/>
            </a:pPr>
            <a:r>
              <a:rPr lang="en-IN" dirty="0"/>
              <a:t>Logical operator:</a:t>
            </a:r>
          </a:p>
          <a:p>
            <a:pPr lvl="2"/>
            <a:r>
              <a:rPr lang="en-IN" sz="2000" dirty="0"/>
              <a:t>It consists of operators like AND, OR, IN, NOT IN, BETWEEN to perform logical operations</a:t>
            </a:r>
          </a:p>
          <a:p>
            <a:pPr marL="446088" indent="-446088">
              <a:buFont typeface="Wingdings" panose="05000000000000000000" pitchFamily="2" charset="2"/>
              <a:buChar char="Ø"/>
            </a:pPr>
            <a:r>
              <a:rPr lang="en-IN" dirty="0"/>
              <a:t>Comparison operator:</a:t>
            </a:r>
          </a:p>
          <a:p>
            <a:pPr lvl="2"/>
            <a:r>
              <a:rPr lang="en-IN" sz="2000" dirty="0"/>
              <a:t>It consists of operators like &lt;, &gt;, &lt;=, &gt;=, =, &lt;&gt;/!= to perform comparison operations</a:t>
            </a:r>
          </a:p>
        </p:txBody>
      </p:sp>
    </p:spTree>
    <p:extLst>
      <p:ext uri="{BB962C8B-B14F-4D97-AF65-F5344CB8AC3E}">
        <p14:creationId xmlns:p14="http://schemas.microsoft.com/office/powerpoint/2010/main" val="1879865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D682F-85B1-93D6-9654-273796765738}"/>
              </a:ext>
            </a:extLst>
          </p:cNvPr>
          <p:cNvSpPr>
            <a:spLocks noGrp="1"/>
          </p:cNvSpPr>
          <p:nvPr>
            <p:ph type="title"/>
          </p:nvPr>
        </p:nvSpPr>
        <p:spPr>
          <a:xfrm>
            <a:off x="838200" y="50851"/>
            <a:ext cx="10515600" cy="853390"/>
          </a:xfrm>
        </p:spPr>
        <p:txBody>
          <a:bodyPr/>
          <a:lstStyle/>
          <a:p>
            <a:pPr algn="ctr"/>
            <a:r>
              <a:rPr lang="en-IN" dirty="0"/>
              <a:t>Functions</a:t>
            </a:r>
          </a:p>
        </p:txBody>
      </p:sp>
      <p:sp>
        <p:nvSpPr>
          <p:cNvPr id="3" name="Content Placeholder 2">
            <a:extLst>
              <a:ext uri="{FF2B5EF4-FFF2-40B4-BE49-F238E27FC236}">
                <a16:creationId xmlns:a16="http://schemas.microsoft.com/office/drawing/2014/main" id="{9D569C20-732D-7EC4-1CC8-67E0A1015979}"/>
              </a:ext>
            </a:extLst>
          </p:cNvPr>
          <p:cNvSpPr>
            <a:spLocks noGrp="1"/>
          </p:cNvSpPr>
          <p:nvPr>
            <p:ph idx="1"/>
          </p:nvPr>
        </p:nvSpPr>
        <p:spPr>
          <a:xfrm>
            <a:off x="838200" y="904241"/>
            <a:ext cx="10515600" cy="5770562"/>
          </a:xfrm>
        </p:spPr>
        <p:txBody>
          <a:bodyPr>
            <a:normAutofit fontScale="92500" lnSpcReduction="10000"/>
          </a:bodyPr>
          <a:lstStyle/>
          <a:p>
            <a:pPr marL="446088" indent="-446088">
              <a:buFont typeface="Wingdings" panose="05000000000000000000" pitchFamily="2" charset="2"/>
              <a:buChar char="Ø"/>
            </a:pPr>
            <a:r>
              <a:rPr lang="en-IN" dirty="0"/>
              <a:t>Single row functions</a:t>
            </a:r>
          </a:p>
          <a:p>
            <a:pPr marL="1073150" lvl="1" indent="-446088"/>
            <a:r>
              <a:rPr lang="en-IN" dirty="0"/>
              <a:t>Substring() – used to extract a part of a string</a:t>
            </a:r>
          </a:p>
          <a:p>
            <a:pPr marL="1073150" lvl="1" indent="-446088"/>
            <a:r>
              <a:rPr lang="en-IN" dirty="0" err="1"/>
              <a:t>Instring</a:t>
            </a:r>
            <a:r>
              <a:rPr lang="en-IN" dirty="0"/>
              <a:t>() – used to return the position of nth occurrence </a:t>
            </a:r>
          </a:p>
          <a:p>
            <a:pPr marL="1073150" lvl="1" indent="-446088"/>
            <a:r>
              <a:rPr lang="en-IN" dirty="0"/>
              <a:t>Length() – used to return the length of the string</a:t>
            </a:r>
          </a:p>
          <a:p>
            <a:pPr marL="1073150" lvl="1" indent="-446088"/>
            <a:r>
              <a:rPr lang="en-IN" dirty="0"/>
              <a:t>Upper() – used to convert string into upper case</a:t>
            </a:r>
          </a:p>
          <a:p>
            <a:pPr marL="1073150" lvl="1" indent="-446088"/>
            <a:r>
              <a:rPr lang="en-IN" dirty="0"/>
              <a:t>Lower() – used  to convert string into lower case</a:t>
            </a:r>
          </a:p>
          <a:p>
            <a:pPr marL="1073150" lvl="1" indent="-446088"/>
            <a:r>
              <a:rPr lang="en-IN" dirty="0"/>
              <a:t>Init() – used to convert 1</a:t>
            </a:r>
            <a:r>
              <a:rPr lang="en-IN" baseline="30000" dirty="0"/>
              <a:t>st</a:t>
            </a:r>
            <a:r>
              <a:rPr lang="en-IN" dirty="0"/>
              <a:t> char of string into upper case and remaining into lower case</a:t>
            </a:r>
          </a:p>
          <a:p>
            <a:pPr marL="1073150" lvl="1" indent="-446088"/>
            <a:r>
              <a:rPr lang="en-IN" dirty="0" err="1"/>
              <a:t>Ltrim</a:t>
            </a:r>
            <a:r>
              <a:rPr lang="en-IN" dirty="0"/>
              <a:t>() – Removes spaces from left side of the string</a:t>
            </a:r>
          </a:p>
          <a:p>
            <a:pPr marL="1073150" lvl="1" indent="-446088"/>
            <a:r>
              <a:rPr lang="en-IN" dirty="0" err="1"/>
              <a:t>Rtrim</a:t>
            </a:r>
            <a:r>
              <a:rPr lang="en-IN" dirty="0"/>
              <a:t>() – Removes spaces from right side of the string</a:t>
            </a:r>
          </a:p>
          <a:p>
            <a:pPr marL="1073150" lvl="1" indent="-446088"/>
            <a:r>
              <a:rPr lang="en-IN" dirty="0"/>
              <a:t>Trim() – Removes  spaces from both sides of the string</a:t>
            </a:r>
          </a:p>
          <a:p>
            <a:pPr marL="1073150" lvl="1" indent="-446088"/>
            <a:r>
              <a:rPr lang="en-IN" dirty="0"/>
              <a:t>Replace() – Replace particular character with given character </a:t>
            </a:r>
          </a:p>
          <a:p>
            <a:pPr marL="1073150" lvl="1" indent="-446088"/>
            <a:r>
              <a:rPr lang="en-IN" dirty="0" err="1"/>
              <a:t>Lpad</a:t>
            </a:r>
            <a:r>
              <a:rPr lang="en-IN" dirty="0"/>
              <a:t>() – used to replace the empty spaces to the left side of the string with given character</a:t>
            </a:r>
          </a:p>
          <a:p>
            <a:pPr marL="1073150" lvl="1" indent="-446088"/>
            <a:r>
              <a:rPr lang="en-IN" dirty="0" err="1"/>
              <a:t>Rpad</a:t>
            </a:r>
            <a:r>
              <a:rPr lang="en-IN" dirty="0"/>
              <a:t>() – used  to replace the empty spaces to the right side of the string with given character</a:t>
            </a:r>
          </a:p>
          <a:p>
            <a:pPr marL="1073150" lvl="1" indent="-446088"/>
            <a:r>
              <a:rPr lang="en-IN" dirty="0"/>
              <a:t>Round() – Round of particular </a:t>
            </a:r>
          </a:p>
          <a:p>
            <a:pPr marL="1073150" lvl="1" indent="-446088"/>
            <a:r>
              <a:rPr lang="en-IN" dirty="0" err="1"/>
              <a:t>Trunc</a:t>
            </a:r>
            <a:r>
              <a:rPr lang="en-IN" dirty="0"/>
              <a:t>() – truncate entire decimal value</a:t>
            </a:r>
          </a:p>
          <a:p>
            <a:pPr marL="1073150" lvl="1" indent="-446088"/>
            <a:r>
              <a:rPr lang="en-IN" dirty="0"/>
              <a:t>Ceil() – Round off the decimal number to the next whole number</a:t>
            </a:r>
          </a:p>
          <a:p>
            <a:pPr marL="1073150" lvl="1" indent="-446088"/>
            <a:r>
              <a:rPr lang="en-IN" dirty="0"/>
              <a:t>Floor() – Round off the decimal number to the next whole number</a:t>
            </a:r>
          </a:p>
          <a:p>
            <a:pPr marL="1073150" lvl="1" indent="-446088"/>
            <a:r>
              <a:rPr lang="en-IN" dirty="0"/>
              <a:t>NVL() – used to replace null values with given values</a:t>
            </a:r>
          </a:p>
          <a:p>
            <a:pPr marL="1073150" lvl="1" indent="-446088"/>
            <a:r>
              <a:rPr lang="en-IN" dirty="0" err="1"/>
              <a:t>Concat</a:t>
            </a:r>
            <a:r>
              <a:rPr lang="en-IN" dirty="0"/>
              <a:t>()/|| - used to combine data from different attributes </a:t>
            </a:r>
          </a:p>
        </p:txBody>
      </p:sp>
    </p:spTree>
    <p:extLst>
      <p:ext uri="{BB962C8B-B14F-4D97-AF65-F5344CB8AC3E}">
        <p14:creationId xmlns:p14="http://schemas.microsoft.com/office/powerpoint/2010/main" val="898163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D4AC62-3B62-D345-B14A-CD504151DF13}"/>
              </a:ext>
            </a:extLst>
          </p:cNvPr>
          <p:cNvSpPr>
            <a:spLocks noGrp="1"/>
          </p:cNvSpPr>
          <p:nvPr>
            <p:ph idx="1"/>
          </p:nvPr>
        </p:nvSpPr>
        <p:spPr>
          <a:xfrm>
            <a:off x="984103" y="828869"/>
            <a:ext cx="10027920" cy="3779520"/>
          </a:xfrm>
        </p:spPr>
        <p:txBody>
          <a:bodyPr>
            <a:normAutofit/>
          </a:bodyPr>
          <a:lstStyle/>
          <a:p>
            <a:endParaRPr lang="en-IN" dirty="0"/>
          </a:p>
          <a:p>
            <a:pPr marL="446088" indent="-446088">
              <a:buFont typeface="Wingdings" panose="05000000000000000000" pitchFamily="2" charset="2"/>
              <a:buChar char="Ø"/>
            </a:pPr>
            <a:r>
              <a:rPr lang="en-IN" sz="2400" dirty="0"/>
              <a:t>Aggregate functions</a:t>
            </a:r>
          </a:p>
          <a:p>
            <a:endParaRPr lang="en-IN" dirty="0"/>
          </a:p>
          <a:p>
            <a:pPr marL="808038" lvl="1" indent="-361950"/>
            <a:r>
              <a:rPr lang="en-IN" sz="2000" dirty="0"/>
              <a:t>MIN() - returns the smallest value within the selected column</a:t>
            </a:r>
          </a:p>
          <a:p>
            <a:pPr marL="808038" lvl="1" indent="-361950"/>
            <a:r>
              <a:rPr lang="en-IN" sz="2000" dirty="0"/>
              <a:t>MAX() - returns the largest value within the selected column</a:t>
            </a:r>
          </a:p>
          <a:p>
            <a:pPr marL="808038" lvl="1" indent="-361950"/>
            <a:r>
              <a:rPr lang="en-IN" sz="2000" dirty="0"/>
              <a:t>COUNT() - returns the number of rows in a set</a:t>
            </a:r>
          </a:p>
          <a:p>
            <a:pPr marL="808038" lvl="1" indent="-361950"/>
            <a:r>
              <a:rPr lang="en-IN" sz="2000" dirty="0"/>
              <a:t>SUM() - returns the total sum of a numerical column</a:t>
            </a:r>
          </a:p>
          <a:p>
            <a:pPr marL="808038" lvl="1" indent="-361950"/>
            <a:r>
              <a:rPr lang="en-IN" sz="2000" dirty="0"/>
              <a:t>AVG() - returns the average value of a numerical column</a:t>
            </a:r>
          </a:p>
          <a:p>
            <a:pPr lvl="1"/>
            <a:endParaRPr lang="en-IN" dirty="0"/>
          </a:p>
          <a:p>
            <a:pPr lvl="1"/>
            <a:endParaRPr lang="en-IN" dirty="0"/>
          </a:p>
          <a:p>
            <a:pPr marL="457200" lvl="1" indent="0">
              <a:buNone/>
            </a:pPr>
            <a:endParaRPr lang="en-IN" dirty="0"/>
          </a:p>
          <a:p>
            <a:endParaRPr lang="en-IN" dirty="0"/>
          </a:p>
        </p:txBody>
      </p:sp>
    </p:spTree>
    <p:extLst>
      <p:ext uri="{BB962C8B-B14F-4D97-AF65-F5344CB8AC3E}">
        <p14:creationId xmlns:p14="http://schemas.microsoft.com/office/powerpoint/2010/main" val="2451860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786E2-484C-2420-B608-B6751669E639}"/>
              </a:ext>
            </a:extLst>
          </p:cNvPr>
          <p:cNvSpPr>
            <a:spLocks noGrp="1"/>
          </p:cNvSpPr>
          <p:nvPr>
            <p:ph type="title"/>
          </p:nvPr>
        </p:nvSpPr>
        <p:spPr>
          <a:xfrm>
            <a:off x="1097280" y="159012"/>
            <a:ext cx="10058400" cy="1450757"/>
          </a:xfrm>
        </p:spPr>
        <p:txBody>
          <a:bodyPr/>
          <a:lstStyle/>
          <a:p>
            <a:pPr algn="ctr"/>
            <a:r>
              <a:rPr lang="en-IN" dirty="0"/>
              <a:t>Clauses</a:t>
            </a:r>
          </a:p>
        </p:txBody>
      </p:sp>
      <p:sp>
        <p:nvSpPr>
          <p:cNvPr id="3" name="Content Placeholder 2">
            <a:extLst>
              <a:ext uri="{FF2B5EF4-FFF2-40B4-BE49-F238E27FC236}">
                <a16:creationId xmlns:a16="http://schemas.microsoft.com/office/drawing/2014/main" id="{ACE94FA7-8BD0-2FC3-413E-3572FB87867F}"/>
              </a:ext>
            </a:extLst>
          </p:cNvPr>
          <p:cNvSpPr>
            <a:spLocks noGrp="1"/>
          </p:cNvSpPr>
          <p:nvPr>
            <p:ph idx="1"/>
          </p:nvPr>
        </p:nvSpPr>
        <p:spPr/>
        <p:txBody>
          <a:bodyPr>
            <a:normAutofit fontScale="92500" lnSpcReduction="20000"/>
          </a:bodyPr>
          <a:lstStyle/>
          <a:p>
            <a:pPr marL="446088" indent="-446088">
              <a:buFont typeface="Wingdings" panose="05000000000000000000" pitchFamily="2" charset="2"/>
              <a:buChar char="Ø"/>
            </a:pPr>
            <a:r>
              <a:rPr lang="en-IN" dirty="0"/>
              <a:t>Select Clause:</a:t>
            </a:r>
          </a:p>
          <a:p>
            <a:pPr marL="627063" lvl="1" indent="-180975"/>
            <a:r>
              <a:rPr lang="en-IN" dirty="0"/>
              <a:t>To retrieve/pull the data form existing tables in DB</a:t>
            </a:r>
          </a:p>
          <a:p>
            <a:pPr marL="446088" indent="-446088">
              <a:buFont typeface="Wingdings" panose="05000000000000000000" pitchFamily="2" charset="2"/>
              <a:buChar char="Ø"/>
            </a:pPr>
            <a:r>
              <a:rPr lang="en-IN" dirty="0"/>
              <a:t>Order by Clause:</a:t>
            </a:r>
          </a:p>
          <a:p>
            <a:pPr marL="627063" lvl="1" indent="-180975"/>
            <a:r>
              <a:rPr lang="en-IN" dirty="0"/>
              <a:t>Order by clause is used at the end of the statement</a:t>
            </a:r>
          </a:p>
          <a:p>
            <a:pPr marL="627063" lvl="1" indent="-180975"/>
            <a:r>
              <a:rPr lang="en-IN" dirty="0"/>
              <a:t>It is used to arrange the data in an order either Ascending or descending</a:t>
            </a:r>
          </a:p>
          <a:p>
            <a:pPr marL="446088" indent="-446088">
              <a:buFont typeface="Wingdings" panose="05000000000000000000" pitchFamily="2" charset="2"/>
              <a:buChar char="Ø"/>
            </a:pPr>
            <a:r>
              <a:rPr lang="en-IN" dirty="0"/>
              <a:t>Distinct Clause:</a:t>
            </a:r>
          </a:p>
          <a:p>
            <a:pPr marL="627063" lvl="1" indent="-180975"/>
            <a:r>
              <a:rPr lang="en-IN" dirty="0"/>
              <a:t>It is used to display only unique records</a:t>
            </a:r>
          </a:p>
          <a:p>
            <a:pPr marL="446088" indent="-446088">
              <a:buFont typeface="Wingdings" panose="05000000000000000000" pitchFamily="2" charset="2"/>
              <a:buChar char="Ø"/>
            </a:pPr>
            <a:r>
              <a:rPr lang="en-IN" dirty="0"/>
              <a:t>With Clause</a:t>
            </a:r>
            <a:r>
              <a:rPr lang="en-IN" dirty="0">
                <a:sym typeface="Wingdings" panose="05000000000000000000" pitchFamily="2" charset="2"/>
              </a:rPr>
              <a:t>:</a:t>
            </a:r>
          </a:p>
          <a:p>
            <a:pPr marL="627063" lvl="1" indent="-180975"/>
            <a:r>
              <a:rPr lang="en-IN" dirty="0">
                <a:sym typeface="Wingdings" panose="05000000000000000000" pitchFamily="2" charset="2"/>
              </a:rPr>
              <a:t>Also known as CTE(common table expression) or Sub query factoring.</a:t>
            </a:r>
          </a:p>
          <a:p>
            <a:pPr marL="446088" indent="-446088">
              <a:buFont typeface="Wingdings" panose="05000000000000000000" pitchFamily="2" charset="2"/>
              <a:buChar char="Ø"/>
            </a:pPr>
            <a:r>
              <a:rPr lang="en-IN" sz="2000" dirty="0">
                <a:sym typeface="Wingdings" panose="05000000000000000000" pitchFamily="2" charset="2"/>
              </a:rPr>
              <a:t>Having </a:t>
            </a:r>
            <a:r>
              <a:rPr lang="en-IN" sz="2000" dirty="0"/>
              <a:t>Clause</a:t>
            </a:r>
            <a:r>
              <a:rPr lang="en-IN" sz="2000" dirty="0">
                <a:sym typeface="Wingdings" panose="05000000000000000000" pitchFamily="2" charset="2"/>
              </a:rPr>
              <a:t>:</a:t>
            </a:r>
          </a:p>
          <a:p>
            <a:pPr marL="627063" lvl="1" indent="-180975"/>
            <a:r>
              <a:rPr lang="en-IN" dirty="0"/>
              <a:t>It is used where, WHERE condition can’t be used i.e., for aggregate functions.</a:t>
            </a:r>
          </a:p>
          <a:p>
            <a:pPr marL="446088" indent="-446088">
              <a:buFont typeface="Wingdings" panose="05000000000000000000" pitchFamily="2" charset="2"/>
              <a:buChar char="Ø"/>
            </a:pPr>
            <a:r>
              <a:rPr lang="en-IN" sz="2000" dirty="0"/>
              <a:t>GROUP BY:</a:t>
            </a:r>
          </a:p>
          <a:p>
            <a:pPr marL="627063" lvl="1" indent="-180975"/>
            <a:r>
              <a:rPr lang="en-IN" dirty="0"/>
              <a:t>It is used where aggregate functions are used in the select clause.</a:t>
            </a:r>
          </a:p>
        </p:txBody>
      </p:sp>
    </p:spTree>
    <p:extLst>
      <p:ext uri="{BB962C8B-B14F-4D97-AF65-F5344CB8AC3E}">
        <p14:creationId xmlns:p14="http://schemas.microsoft.com/office/powerpoint/2010/main" val="304721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6A2DD-0E48-26D4-994E-AC60E9DE19EE}"/>
              </a:ext>
            </a:extLst>
          </p:cNvPr>
          <p:cNvSpPr>
            <a:spLocks noGrp="1"/>
          </p:cNvSpPr>
          <p:nvPr>
            <p:ph type="title"/>
          </p:nvPr>
        </p:nvSpPr>
        <p:spPr>
          <a:xfrm>
            <a:off x="1097280" y="157202"/>
            <a:ext cx="10058400" cy="1450757"/>
          </a:xfrm>
        </p:spPr>
        <p:txBody>
          <a:bodyPr/>
          <a:lstStyle/>
          <a:p>
            <a:pPr algn="ctr"/>
            <a:r>
              <a:rPr lang="en-IN" dirty="0"/>
              <a:t>Joins</a:t>
            </a:r>
          </a:p>
        </p:txBody>
      </p:sp>
      <p:sp>
        <p:nvSpPr>
          <p:cNvPr id="3" name="Content Placeholder 2">
            <a:extLst>
              <a:ext uri="{FF2B5EF4-FFF2-40B4-BE49-F238E27FC236}">
                <a16:creationId xmlns:a16="http://schemas.microsoft.com/office/drawing/2014/main" id="{A1677D87-CCBC-1DD8-6F8E-047ECF02D7BE}"/>
              </a:ext>
            </a:extLst>
          </p:cNvPr>
          <p:cNvSpPr>
            <a:spLocks noGrp="1"/>
          </p:cNvSpPr>
          <p:nvPr>
            <p:ph idx="1"/>
          </p:nvPr>
        </p:nvSpPr>
        <p:spPr/>
        <p:txBody>
          <a:bodyPr/>
          <a:lstStyle/>
          <a:p>
            <a:pPr marL="446088" indent="-446088">
              <a:buFont typeface="Wingdings" panose="05000000000000000000" pitchFamily="2" charset="2"/>
              <a:buChar char="Ø"/>
              <a:tabLst>
                <a:tab pos="361950" algn="l"/>
              </a:tabLst>
            </a:pPr>
            <a:r>
              <a:rPr lang="en-IN" dirty="0"/>
              <a:t>INNER JOIN – Matches rows in both tables. </a:t>
            </a:r>
          </a:p>
          <a:p>
            <a:pPr marL="446088" indent="-446088">
              <a:buFont typeface="Wingdings" panose="05000000000000000000" pitchFamily="2" charset="2"/>
              <a:buChar char="Ø"/>
              <a:tabLst>
                <a:tab pos="361950" algn="l"/>
              </a:tabLst>
            </a:pPr>
            <a:r>
              <a:rPr lang="en-IN" dirty="0"/>
              <a:t>FULL JOIN – Combines rows from both tables regardless of matching.</a:t>
            </a:r>
          </a:p>
          <a:p>
            <a:pPr marL="446088" indent="-446088">
              <a:buFont typeface="Wingdings" panose="05000000000000000000" pitchFamily="2" charset="2"/>
              <a:buChar char="Ø"/>
              <a:tabLst>
                <a:tab pos="361950" algn="l"/>
              </a:tabLst>
            </a:pPr>
            <a:r>
              <a:rPr lang="en-IN" dirty="0"/>
              <a:t>LEFT OUTER JOIN – Includes all rows from the left table, with NULL for unmatched right table rows.</a:t>
            </a:r>
          </a:p>
          <a:p>
            <a:pPr marL="446088" indent="-446088">
              <a:buFont typeface="Wingdings" panose="05000000000000000000" pitchFamily="2" charset="2"/>
              <a:buChar char="Ø"/>
              <a:tabLst>
                <a:tab pos="361950" algn="l"/>
              </a:tabLst>
            </a:pPr>
            <a:r>
              <a:rPr lang="en-IN" dirty="0"/>
              <a:t>RIGHT OUTER JOIN – Includes all rows from the right table, with NULL for unmatched left table rows.</a:t>
            </a:r>
          </a:p>
          <a:p>
            <a:pPr marL="446088" indent="-446088">
              <a:buFont typeface="Wingdings" panose="05000000000000000000" pitchFamily="2" charset="2"/>
              <a:buChar char="Ø"/>
              <a:tabLst>
                <a:tab pos="361950" algn="l"/>
              </a:tabLst>
            </a:pPr>
            <a:r>
              <a:rPr lang="en-IN" dirty="0"/>
              <a:t>CROSS JOIN – Produces all possible combinations of rows from the joined tables.</a:t>
            </a:r>
          </a:p>
          <a:p>
            <a:pPr marL="446088" indent="-446088">
              <a:buFont typeface="Wingdings" panose="05000000000000000000" pitchFamily="2" charset="2"/>
              <a:buChar char="Ø"/>
              <a:tabLst>
                <a:tab pos="361950" algn="l"/>
              </a:tabLst>
            </a:pPr>
            <a:r>
              <a:rPr lang="en-IN" dirty="0"/>
              <a:t>SELF JOIN – Compares rows within the same table.</a:t>
            </a:r>
          </a:p>
          <a:p>
            <a:pPr marL="446088" indent="-446088">
              <a:tabLst>
                <a:tab pos="361950" algn="l"/>
              </a:tabLst>
            </a:pPr>
            <a:endParaRPr lang="en-IN" dirty="0"/>
          </a:p>
        </p:txBody>
      </p:sp>
    </p:spTree>
    <p:extLst>
      <p:ext uri="{BB962C8B-B14F-4D97-AF65-F5344CB8AC3E}">
        <p14:creationId xmlns:p14="http://schemas.microsoft.com/office/powerpoint/2010/main" val="4052080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5B832-F59F-264A-1FF6-0052098D1146}"/>
              </a:ext>
            </a:extLst>
          </p:cNvPr>
          <p:cNvSpPr>
            <a:spLocks noGrp="1"/>
          </p:cNvSpPr>
          <p:nvPr>
            <p:ph type="title"/>
          </p:nvPr>
        </p:nvSpPr>
        <p:spPr>
          <a:xfrm>
            <a:off x="1097280" y="159012"/>
            <a:ext cx="10058400" cy="1450757"/>
          </a:xfrm>
        </p:spPr>
        <p:txBody>
          <a:bodyPr/>
          <a:lstStyle/>
          <a:p>
            <a:pPr algn="ctr"/>
            <a:r>
              <a:rPr lang="en-IN" dirty="0"/>
              <a:t>Set operators</a:t>
            </a:r>
          </a:p>
        </p:txBody>
      </p:sp>
      <p:sp>
        <p:nvSpPr>
          <p:cNvPr id="3" name="Content Placeholder 2">
            <a:extLst>
              <a:ext uri="{FF2B5EF4-FFF2-40B4-BE49-F238E27FC236}">
                <a16:creationId xmlns:a16="http://schemas.microsoft.com/office/drawing/2014/main" id="{1B703F09-7824-3040-C296-523962A3A3A6}"/>
              </a:ext>
            </a:extLst>
          </p:cNvPr>
          <p:cNvSpPr>
            <a:spLocks noGrp="1"/>
          </p:cNvSpPr>
          <p:nvPr>
            <p:ph idx="1"/>
          </p:nvPr>
        </p:nvSpPr>
        <p:spPr>
          <a:xfrm>
            <a:off x="1097280" y="1845734"/>
            <a:ext cx="10058400" cy="4480638"/>
          </a:xfrm>
        </p:spPr>
        <p:txBody>
          <a:bodyPr>
            <a:normAutofit lnSpcReduction="10000"/>
          </a:bodyPr>
          <a:lstStyle/>
          <a:p>
            <a:pPr marL="446088" indent="-446088">
              <a:buFont typeface="Wingdings" panose="05000000000000000000" pitchFamily="2" charset="2"/>
              <a:buChar char="Ø"/>
            </a:pPr>
            <a:r>
              <a:rPr lang="en-IN" dirty="0"/>
              <a:t>Union</a:t>
            </a:r>
          </a:p>
          <a:p>
            <a:pPr marL="712788" lvl="1" indent="-266700" algn="just">
              <a:buFont typeface="Arial" panose="020B0604020202020204" pitchFamily="34" charset="0"/>
              <a:buChar char="•"/>
            </a:pPr>
            <a:r>
              <a:rPr lang="en-IN" sz="2000" b="0" i="0" dirty="0">
                <a:solidFill>
                  <a:srgbClr val="333333"/>
                </a:solidFill>
                <a:effectLst/>
              </a:rPr>
              <a:t>UNION will be used to combine the result of two select statements.</a:t>
            </a:r>
          </a:p>
          <a:p>
            <a:pPr marL="712788" lvl="1" indent="-266700" algn="just">
              <a:buFont typeface="Arial" panose="020B0604020202020204" pitchFamily="34" charset="0"/>
              <a:buChar char="•"/>
            </a:pPr>
            <a:r>
              <a:rPr lang="en-IN" sz="2000" b="0" i="0" dirty="0">
                <a:solidFill>
                  <a:srgbClr val="333333"/>
                </a:solidFill>
                <a:effectLst/>
              </a:rPr>
              <a:t>Duplicate rows will be eliminated from the results obtained after performing the UNION operation.</a:t>
            </a:r>
          </a:p>
          <a:p>
            <a:pPr marL="446088" indent="-446088">
              <a:buFont typeface="Wingdings" panose="05000000000000000000" pitchFamily="2" charset="2"/>
              <a:buChar char="Ø"/>
            </a:pPr>
            <a:r>
              <a:rPr lang="en-IN" dirty="0"/>
              <a:t>Union all</a:t>
            </a:r>
          </a:p>
          <a:p>
            <a:pPr marL="712788" lvl="1" indent="-266700" algn="just">
              <a:buFont typeface="Arial" panose="020B0604020202020204" pitchFamily="34" charset="0"/>
              <a:buChar char="•"/>
            </a:pPr>
            <a:r>
              <a:rPr lang="en-IN" sz="2000" b="0" i="0" dirty="0">
                <a:solidFill>
                  <a:srgbClr val="333333"/>
                </a:solidFill>
                <a:effectLst/>
              </a:rPr>
              <a:t>This operator combines all the records from both the queries.</a:t>
            </a:r>
          </a:p>
          <a:p>
            <a:pPr marL="712788" lvl="1" indent="-266700" algn="just">
              <a:buFont typeface="Arial" panose="020B0604020202020204" pitchFamily="34" charset="0"/>
              <a:buChar char="•"/>
            </a:pPr>
            <a:r>
              <a:rPr lang="en-IN" sz="2000" b="0" i="0" dirty="0">
                <a:solidFill>
                  <a:srgbClr val="333333"/>
                </a:solidFill>
                <a:effectLst/>
              </a:rPr>
              <a:t>Duplicate rows will be not be eliminated from the results obtained after performing the UNION ALL operation.</a:t>
            </a:r>
          </a:p>
          <a:p>
            <a:pPr marL="446088" indent="-446088">
              <a:buFont typeface="Wingdings" panose="05000000000000000000" pitchFamily="2" charset="2"/>
              <a:buChar char="Ø"/>
            </a:pPr>
            <a:r>
              <a:rPr lang="en-IN" dirty="0"/>
              <a:t>Intersect</a:t>
            </a:r>
          </a:p>
          <a:p>
            <a:pPr marL="712788" lvl="1" indent="-266700">
              <a:buFont typeface="Arial" panose="020B0604020202020204" pitchFamily="34" charset="0"/>
              <a:buChar char="•"/>
            </a:pPr>
            <a:r>
              <a:rPr lang="en-IN" sz="2000" b="0" i="0" dirty="0">
                <a:solidFill>
                  <a:srgbClr val="333333"/>
                </a:solidFill>
                <a:effectLst/>
              </a:rPr>
              <a:t>It is used to combine two SELECT statements, but it only returns the records which are common from both SELECT statements.</a:t>
            </a:r>
          </a:p>
          <a:p>
            <a:pPr marL="446088" indent="-446088">
              <a:buFont typeface="Wingdings" panose="05000000000000000000" pitchFamily="2" charset="2"/>
              <a:buChar char="Ø"/>
            </a:pPr>
            <a:r>
              <a:rPr lang="en-IN" dirty="0"/>
              <a:t>Minus</a:t>
            </a:r>
          </a:p>
          <a:p>
            <a:pPr marL="712788" lvl="1" indent="-266700">
              <a:buFont typeface="Arial" panose="020B0604020202020204" pitchFamily="34" charset="0"/>
              <a:buChar char="•"/>
            </a:pPr>
            <a:r>
              <a:rPr lang="en-IN" sz="2000" b="0" i="0" dirty="0">
                <a:solidFill>
                  <a:srgbClr val="333333"/>
                </a:solidFill>
                <a:effectLst/>
              </a:rPr>
              <a:t>It displays the rows which are present in the first query but absent in the second query with no duplicates</a:t>
            </a:r>
            <a:endParaRPr lang="en-IN" dirty="0"/>
          </a:p>
        </p:txBody>
      </p:sp>
    </p:spTree>
    <p:extLst>
      <p:ext uri="{BB962C8B-B14F-4D97-AF65-F5344CB8AC3E}">
        <p14:creationId xmlns:p14="http://schemas.microsoft.com/office/powerpoint/2010/main" val="503599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E177E-DD6A-7491-D104-811614593786}"/>
              </a:ext>
            </a:extLst>
          </p:cNvPr>
          <p:cNvSpPr>
            <a:spLocks noGrp="1"/>
          </p:cNvSpPr>
          <p:nvPr>
            <p:ph type="title"/>
          </p:nvPr>
        </p:nvSpPr>
        <p:spPr>
          <a:xfrm>
            <a:off x="1097280" y="148379"/>
            <a:ext cx="10058400" cy="1450757"/>
          </a:xfrm>
        </p:spPr>
        <p:txBody>
          <a:bodyPr/>
          <a:lstStyle/>
          <a:p>
            <a:pPr algn="ctr"/>
            <a:r>
              <a:rPr lang="en-IN" dirty="0"/>
              <a:t>OLAP Functions</a:t>
            </a:r>
          </a:p>
        </p:txBody>
      </p:sp>
      <p:sp>
        <p:nvSpPr>
          <p:cNvPr id="3" name="Content Placeholder 2">
            <a:extLst>
              <a:ext uri="{FF2B5EF4-FFF2-40B4-BE49-F238E27FC236}">
                <a16:creationId xmlns:a16="http://schemas.microsoft.com/office/drawing/2014/main" id="{AADB875C-F498-B953-F0D4-5C69F6C9A7E8}"/>
              </a:ext>
            </a:extLst>
          </p:cNvPr>
          <p:cNvSpPr>
            <a:spLocks noGrp="1"/>
          </p:cNvSpPr>
          <p:nvPr>
            <p:ph idx="1"/>
          </p:nvPr>
        </p:nvSpPr>
        <p:spPr/>
        <p:txBody>
          <a:bodyPr>
            <a:normAutofit/>
          </a:bodyPr>
          <a:lstStyle/>
          <a:p>
            <a:pPr marL="542925" indent="-542925">
              <a:buFont typeface="Wingdings" panose="05000000000000000000" pitchFamily="2" charset="2"/>
              <a:buChar char="Ø"/>
            </a:pPr>
            <a:r>
              <a:rPr lang="en-IN" dirty="0"/>
              <a:t>Case: It evaluates a list of conditions and returns one of multiple possible result expressions.</a:t>
            </a:r>
          </a:p>
          <a:p>
            <a:pPr marL="542925" indent="-542925">
              <a:buFont typeface="Wingdings" panose="05000000000000000000" pitchFamily="2" charset="2"/>
              <a:buChar char="Ø"/>
            </a:pPr>
            <a:r>
              <a:rPr lang="en-IN" dirty="0"/>
              <a:t>Decode: This is also one of the expressions used in SQL. This Decode expression is used as IF, ELSE IF, ELSE IF Ladder style. This decode works on the basis of the condition specified.</a:t>
            </a:r>
          </a:p>
          <a:p>
            <a:pPr marL="542925" indent="-542925">
              <a:buFont typeface="Wingdings" panose="05000000000000000000" pitchFamily="2" charset="2"/>
              <a:buChar char="Ø"/>
            </a:pPr>
            <a:r>
              <a:rPr lang="en-IN" dirty="0"/>
              <a:t>LAG: Compares the lagging records based on particular attribute.</a:t>
            </a:r>
          </a:p>
          <a:p>
            <a:pPr marL="542925" indent="-542925">
              <a:buFont typeface="Wingdings" panose="05000000000000000000" pitchFamily="2" charset="2"/>
              <a:buChar char="Ø"/>
            </a:pPr>
            <a:r>
              <a:rPr lang="en-IN" dirty="0"/>
              <a:t>LEAD: Compares the leading records based on particular attribute.</a:t>
            </a:r>
          </a:p>
          <a:p>
            <a:pPr marL="542925" indent="-542925">
              <a:buFont typeface="Wingdings" panose="05000000000000000000" pitchFamily="2" charset="2"/>
              <a:buChar char="Ø"/>
            </a:pPr>
            <a:r>
              <a:rPr lang="en-IN" dirty="0"/>
              <a:t>RANK: Orders the members of a dimension based on the values of an expression.</a:t>
            </a:r>
          </a:p>
          <a:p>
            <a:pPr marL="542925" indent="-542925">
              <a:buFont typeface="Wingdings" panose="05000000000000000000" pitchFamily="2" charset="2"/>
              <a:buChar char="Ø"/>
            </a:pPr>
            <a:r>
              <a:rPr lang="en-IN" dirty="0"/>
              <a:t>ROW_NUMBER: Assigns a unique rank to each dimension member.</a:t>
            </a:r>
          </a:p>
          <a:p>
            <a:pPr marL="542925" indent="-542925">
              <a:buFont typeface="Wingdings" panose="05000000000000000000" pitchFamily="2" charset="2"/>
              <a:buChar char="Ø"/>
            </a:pPr>
            <a:r>
              <a:rPr lang="en-IN" dirty="0"/>
              <a:t>DENSE_RANK: Assigns the same minimum rank to identical values.</a:t>
            </a:r>
          </a:p>
        </p:txBody>
      </p:sp>
    </p:spTree>
    <p:extLst>
      <p:ext uri="{BB962C8B-B14F-4D97-AF65-F5344CB8AC3E}">
        <p14:creationId xmlns:p14="http://schemas.microsoft.com/office/powerpoint/2010/main" val="3857928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FF2980-74F9-2D4E-09DE-93EC17535165}"/>
              </a:ext>
            </a:extLst>
          </p:cNvPr>
          <p:cNvSpPr>
            <a:spLocks noGrp="1"/>
          </p:cNvSpPr>
          <p:nvPr>
            <p:ph idx="1"/>
          </p:nvPr>
        </p:nvSpPr>
        <p:spPr>
          <a:xfrm>
            <a:off x="1884090" y="1143986"/>
            <a:ext cx="10058400" cy="4023360"/>
          </a:xfrm>
        </p:spPr>
        <p:txBody>
          <a:bodyPr>
            <a:normAutofit/>
          </a:bodyPr>
          <a:lstStyle/>
          <a:p>
            <a:endParaRPr lang="en-IN" sz="10000" dirty="0">
              <a:latin typeface="Broadway" panose="04040905080B02020502" pitchFamily="82" charset="0"/>
            </a:endParaRPr>
          </a:p>
          <a:p>
            <a:r>
              <a:rPr lang="en-IN" sz="10000" dirty="0">
                <a:latin typeface="Broadway" panose="04040905080B02020502" pitchFamily="82" charset="0"/>
              </a:rPr>
              <a:t>Thank you</a:t>
            </a:r>
          </a:p>
        </p:txBody>
      </p:sp>
    </p:spTree>
    <p:extLst>
      <p:ext uri="{BB962C8B-B14F-4D97-AF65-F5344CB8AC3E}">
        <p14:creationId xmlns:p14="http://schemas.microsoft.com/office/powerpoint/2010/main" val="31506509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1025</TotalTime>
  <Words>1325</Words>
  <Application>Microsoft Office PowerPoint</Application>
  <PresentationFormat>Widescreen</PresentationFormat>
  <Paragraphs>212</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Arial Black</vt:lpstr>
      <vt:lpstr>Broadway</vt:lpstr>
      <vt:lpstr>Calibri</vt:lpstr>
      <vt:lpstr>Calibri Light</vt:lpstr>
      <vt:lpstr>Wingdings</vt:lpstr>
      <vt:lpstr>Retrospect</vt:lpstr>
      <vt:lpstr>SQL</vt:lpstr>
      <vt:lpstr>Agenda</vt:lpstr>
      <vt:lpstr>Introduction</vt:lpstr>
      <vt:lpstr>Rules</vt:lpstr>
      <vt:lpstr>PowerPoint Presentation</vt:lpstr>
      <vt:lpstr>PowerPoint Presentation</vt:lpstr>
      <vt:lpstr>PowerPoint Presentation</vt:lpstr>
      <vt:lpstr>DDL (Data Definition Language) </vt:lpstr>
      <vt:lpstr>DML(Data Manipulation Language)</vt:lpstr>
      <vt:lpstr> DCL(Data Control Language) </vt:lpstr>
      <vt:lpstr>TCL(Transfer control Language)</vt:lpstr>
      <vt:lpstr>Constraints</vt:lpstr>
      <vt:lpstr>Operators</vt:lpstr>
      <vt:lpstr>Functions</vt:lpstr>
      <vt:lpstr>PowerPoint Presentation</vt:lpstr>
      <vt:lpstr>Clauses</vt:lpstr>
      <vt:lpstr>Joins</vt:lpstr>
      <vt:lpstr>Set operators</vt:lpstr>
      <vt:lpstr>OLAP Functions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creator>Tejaswi, Yendala</dc:creator>
  <cp:lastModifiedBy>Tejaswi, Yendala</cp:lastModifiedBy>
  <cp:revision>27</cp:revision>
  <dcterms:created xsi:type="dcterms:W3CDTF">2024-05-20T12:43:44Z</dcterms:created>
  <dcterms:modified xsi:type="dcterms:W3CDTF">2025-01-29T09:12:33Z</dcterms:modified>
</cp:coreProperties>
</file>